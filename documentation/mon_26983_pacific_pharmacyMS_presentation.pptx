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4"/>
  </p:sldMasterIdLst>
  <p:notesMasterIdLst>
    <p:notesMasterId r:id="rId15"/>
  </p:notesMasterIdLst>
  <p:handoutMasterIdLst>
    <p:handoutMasterId r:id="rId16"/>
  </p:handoutMasterIdLst>
  <p:sldIdLst>
    <p:sldId id="256" r:id="rId5"/>
    <p:sldId id="337" r:id="rId6"/>
    <p:sldId id="344" r:id="rId7"/>
    <p:sldId id="345" r:id="rId8"/>
    <p:sldId id="350" r:id="rId9"/>
    <p:sldId id="339" r:id="rId10"/>
    <p:sldId id="351" r:id="rId11"/>
    <p:sldId id="348" r:id="rId12"/>
    <p:sldId id="349" r:id="rId13"/>
    <p:sldId id="341"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FA9423-3D9D-4C44-995E-FE1A0A6D8A32}" v="139" dt="2025-12-07T17:03:04.803"/>
    <p1510:client id="{F1A30A5F-AD8D-4477-8DBC-1FA709D9A1AF}" v="25" dt="2025-12-07T13:33:06.550"/>
    <p1510:client id="{F6B14B82-5854-489A-B9CA-209157FEEE70}" v="144" dt="2025-12-07T11:17:56.033"/>
    <p1510:client id="{FE75ECCE-36BA-412E-B33A-7B4CDADAAD8A}" v="112" dt="2025-12-07T12:54:38.5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witonze Pacific" userId="94f14c05aa9a1c9a" providerId="Windows Live" clId="Web-{F6B14B82-5854-489A-B9CA-209157FEEE70}"/>
    <pc:docChg chg="addSld delSld modSld sldOrd">
      <pc:chgData name="Uwitonze Pacific" userId="94f14c05aa9a1c9a" providerId="Windows Live" clId="Web-{F6B14B82-5854-489A-B9CA-209157FEEE70}" dt="2025-12-07T11:17:56.033" v="143" actId="20577"/>
      <pc:docMkLst>
        <pc:docMk/>
      </pc:docMkLst>
      <pc:sldChg chg="modSp">
        <pc:chgData name="Uwitonze Pacific" userId="94f14c05aa9a1c9a" providerId="Windows Live" clId="Web-{F6B14B82-5854-489A-B9CA-209157FEEE70}" dt="2025-12-07T11:01:24.790" v="34" actId="20577"/>
        <pc:sldMkLst>
          <pc:docMk/>
          <pc:sldMk cId="2259308896" sldId="256"/>
        </pc:sldMkLst>
        <pc:spChg chg="mod">
          <ac:chgData name="Uwitonze Pacific" userId="94f14c05aa9a1c9a" providerId="Windows Live" clId="Web-{F6B14B82-5854-489A-B9CA-209157FEEE70}" dt="2025-12-07T11:01:24.790" v="34" actId="20577"/>
          <ac:spMkLst>
            <pc:docMk/>
            <pc:sldMk cId="2259308896" sldId="256"/>
            <ac:spMk id="2" creationId="{51DF3D98-3C30-4CFC-8643-C81E829C8C25}"/>
          </ac:spMkLst>
        </pc:spChg>
        <pc:spChg chg="mod">
          <ac:chgData name="Uwitonze Pacific" userId="94f14c05aa9a1c9a" providerId="Windows Live" clId="Web-{F6B14B82-5854-489A-B9CA-209157FEEE70}" dt="2025-12-07T10:59:20.739" v="7" actId="1076"/>
          <ac:spMkLst>
            <pc:docMk/>
            <pc:sldMk cId="2259308896" sldId="256"/>
            <ac:spMk id="3" creationId="{A068D447-28D3-4F5F-B2DC-FD67E9015868}"/>
          </ac:spMkLst>
        </pc:spChg>
      </pc:sldChg>
      <pc:sldChg chg="del">
        <pc:chgData name="Uwitonze Pacific" userId="94f14c05aa9a1c9a" providerId="Windows Live" clId="Web-{F6B14B82-5854-489A-B9CA-209157FEEE70}" dt="2025-12-07T11:04:28.741" v="40"/>
        <pc:sldMkLst>
          <pc:docMk/>
          <pc:sldMk cId="4212917468" sldId="260"/>
        </pc:sldMkLst>
      </pc:sldChg>
      <pc:sldChg chg="del">
        <pc:chgData name="Uwitonze Pacific" userId="94f14c05aa9a1c9a" providerId="Windows Live" clId="Web-{F6B14B82-5854-489A-B9CA-209157FEEE70}" dt="2025-12-07T11:04:37.632" v="42"/>
        <pc:sldMkLst>
          <pc:docMk/>
          <pc:sldMk cId="700209266" sldId="264"/>
        </pc:sldMkLst>
      </pc:sldChg>
      <pc:sldChg chg="del">
        <pc:chgData name="Uwitonze Pacific" userId="94f14c05aa9a1c9a" providerId="Windows Live" clId="Web-{F6B14B82-5854-489A-B9CA-209157FEEE70}" dt="2025-12-07T11:04:39.335" v="43"/>
        <pc:sldMkLst>
          <pc:docMk/>
          <pc:sldMk cId="2563119616" sldId="265"/>
        </pc:sldMkLst>
      </pc:sldChg>
      <pc:sldChg chg="del">
        <pc:chgData name="Uwitonze Pacific" userId="94f14c05aa9a1c9a" providerId="Windows Live" clId="Web-{F6B14B82-5854-489A-B9CA-209157FEEE70}" dt="2025-12-07T11:04:40.538" v="44"/>
        <pc:sldMkLst>
          <pc:docMk/>
          <pc:sldMk cId="2721508595" sldId="266"/>
        </pc:sldMkLst>
      </pc:sldChg>
      <pc:sldChg chg="del">
        <pc:chgData name="Uwitonze Pacific" userId="94f14c05aa9a1c9a" providerId="Windows Live" clId="Web-{F6B14B82-5854-489A-B9CA-209157FEEE70}" dt="2025-12-07T11:01:36.308" v="35"/>
        <pc:sldMkLst>
          <pc:docMk/>
          <pc:sldMk cId="2130595336" sldId="336"/>
        </pc:sldMkLst>
      </pc:sldChg>
      <pc:sldChg chg="modSp">
        <pc:chgData name="Uwitonze Pacific" userId="94f14c05aa9a1c9a" providerId="Windows Live" clId="Web-{F6B14B82-5854-489A-B9CA-209157FEEE70}" dt="2025-12-07T11:02:30.877" v="38" actId="20577"/>
        <pc:sldMkLst>
          <pc:docMk/>
          <pc:sldMk cId="520594114" sldId="337"/>
        </pc:sldMkLst>
        <pc:spChg chg="mod">
          <ac:chgData name="Uwitonze Pacific" userId="94f14c05aa9a1c9a" providerId="Windows Live" clId="Web-{F6B14B82-5854-489A-B9CA-209157FEEE70}" dt="2025-12-07T11:02:30.877" v="38" actId="20577"/>
          <ac:spMkLst>
            <pc:docMk/>
            <pc:sldMk cId="520594114" sldId="337"/>
            <ac:spMk id="37" creationId="{E4A54726-4483-4264-B2EC-04C460B0BD95}"/>
          </ac:spMkLst>
        </pc:spChg>
      </pc:sldChg>
      <pc:sldChg chg="del">
        <pc:chgData name="Uwitonze Pacific" userId="94f14c05aa9a1c9a" providerId="Windows Live" clId="Web-{F6B14B82-5854-489A-B9CA-209157FEEE70}" dt="2025-12-07T11:04:19.882" v="39"/>
        <pc:sldMkLst>
          <pc:docMk/>
          <pc:sldMk cId="3580731130" sldId="338"/>
        </pc:sldMkLst>
      </pc:sldChg>
      <pc:sldChg chg="modSp">
        <pc:chgData name="Uwitonze Pacific" userId="94f14c05aa9a1c9a" providerId="Windows Live" clId="Web-{F6B14B82-5854-489A-B9CA-209157FEEE70}" dt="2025-12-07T11:11:45.980" v="98" actId="20577"/>
        <pc:sldMkLst>
          <pc:docMk/>
          <pc:sldMk cId="1489269496" sldId="339"/>
        </pc:sldMkLst>
        <pc:spChg chg="mod">
          <ac:chgData name="Uwitonze Pacific" userId="94f14c05aa9a1c9a" providerId="Windows Live" clId="Web-{F6B14B82-5854-489A-B9CA-209157FEEE70}" dt="2025-12-07T11:10:51.354" v="86" actId="1076"/>
          <ac:spMkLst>
            <pc:docMk/>
            <pc:sldMk cId="1489269496" sldId="339"/>
            <ac:spMk id="5" creationId="{91BB6B60-9DA3-430C-B84C-A52FFE5B762B}"/>
          </ac:spMkLst>
        </pc:spChg>
        <pc:spChg chg="mod">
          <ac:chgData name="Uwitonze Pacific" userId="94f14c05aa9a1c9a" providerId="Windows Live" clId="Web-{F6B14B82-5854-489A-B9CA-209157FEEE70}" dt="2025-12-07T11:11:45.980" v="98" actId="20577"/>
          <ac:spMkLst>
            <pc:docMk/>
            <pc:sldMk cId="1489269496" sldId="339"/>
            <ac:spMk id="6" creationId="{1899EE03-8C56-4610-97B8-669F47CC4601}"/>
          </ac:spMkLst>
        </pc:spChg>
      </pc:sldChg>
      <pc:sldChg chg="del">
        <pc:chgData name="Uwitonze Pacific" userId="94f14c05aa9a1c9a" providerId="Windows Live" clId="Web-{F6B14B82-5854-489A-B9CA-209157FEEE70}" dt="2025-12-07T11:04:35.882" v="41"/>
        <pc:sldMkLst>
          <pc:docMk/>
          <pc:sldMk cId="746175611" sldId="340"/>
        </pc:sldMkLst>
      </pc:sldChg>
      <pc:sldChg chg="modSp">
        <pc:chgData name="Uwitonze Pacific" userId="94f14c05aa9a1c9a" providerId="Windows Live" clId="Web-{F6B14B82-5854-489A-B9CA-209157FEEE70}" dt="2025-12-07T11:17:56.033" v="143" actId="20577"/>
        <pc:sldMkLst>
          <pc:docMk/>
          <pc:sldMk cId="3103866879" sldId="341"/>
        </pc:sldMkLst>
        <pc:spChg chg="mod">
          <ac:chgData name="Uwitonze Pacific" userId="94f14c05aa9a1c9a" providerId="Windows Live" clId="Web-{F6B14B82-5854-489A-B9CA-209157FEEE70}" dt="2025-12-07T11:17:56.033" v="143" actId="20577"/>
          <ac:spMkLst>
            <pc:docMk/>
            <pc:sldMk cId="3103866879" sldId="341"/>
            <ac:spMk id="6" creationId="{FCC00F2F-2F9A-4287-AE30-766758F16A24}"/>
          </ac:spMkLst>
        </pc:spChg>
        <pc:spChg chg="mod">
          <ac:chgData name="Uwitonze Pacific" userId="94f14c05aa9a1c9a" providerId="Windows Live" clId="Web-{F6B14B82-5854-489A-B9CA-209157FEEE70}" dt="2025-12-07T11:17:33.361" v="139" actId="1076"/>
          <ac:spMkLst>
            <pc:docMk/>
            <pc:sldMk cId="3103866879" sldId="341"/>
            <ac:spMk id="7" creationId="{5B54BBB9-EC3F-40DE-A3C5-72ADF697AC27}"/>
          </ac:spMkLst>
        </pc:spChg>
      </pc:sldChg>
      <pc:sldChg chg="del">
        <pc:chgData name="Uwitonze Pacific" userId="94f14c05aa9a1c9a" providerId="Windows Live" clId="Web-{F6B14B82-5854-489A-B9CA-209157FEEE70}" dt="2025-12-07T11:15:08.437" v="120"/>
        <pc:sldMkLst>
          <pc:docMk/>
          <pc:sldMk cId="587838501" sldId="342"/>
        </pc:sldMkLst>
      </pc:sldChg>
      <pc:sldChg chg="new del">
        <pc:chgData name="Uwitonze Pacific" userId="94f14c05aa9a1c9a" providerId="Windows Live" clId="Web-{F6B14B82-5854-489A-B9CA-209157FEEE70}" dt="2025-12-07T11:05:21.664" v="46"/>
        <pc:sldMkLst>
          <pc:docMk/>
          <pc:sldMk cId="1863810678" sldId="343"/>
        </pc:sldMkLst>
      </pc:sldChg>
      <pc:sldChg chg="modSp add replId">
        <pc:chgData name="Uwitonze Pacific" userId="94f14c05aa9a1c9a" providerId="Windows Live" clId="Web-{F6B14B82-5854-489A-B9CA-209157FEEE70}" dt="2025-12-07T11:08:49.727" v="71" actId="20577"/>
        <pc:sldMkLst>
          <pc:docMk/>
          <pc:sldMk cId="2813852394" sldId="343"/>
        </pc:sldMkLst>
        <pc:spChg chg="mod">
          <ac:chgData name="Uwitonze Pacific" userId="94f14c05aa9a1c9a" providerId="Windows Live" clId="Web-{F6B14B82-5854-489A-B9CA-209157FEEE70}" dt="2025-12-07T11:05:52.711" v="48" actId="20577"/>
          <ac:spMkLst>
            <pc:docMk/>
            <pc:sldMk cId="2813852394" sldId="343"/>
            <ac:spMk id="2" creationId="{5B0B3649-860C-A331-C32B-396C0E1C0A04}"/>
          </ac:spMkLst>
        </pc:spChg>
        <pc:spChg chg="mod">
          <ac:chgData name="Uwitonze Pacific" userId="94f14c05aa9a1c9a" providerId="Windows Live" clId="Web-{F6B14B82-5854-489A-B9CA-209157FEEE70}" dt="2025-12-07T11:08:49.727" v="71" actId="20577"/>
          <ac:spMkLst>
            <pc:docMk/>
            <pc:sldMk cId="2813852394" sldId="343"/>
            <ac:spMk id="37" creationId="{CE941BD3-E91B-9335-6728-4CB92E196613}"/>
          </ac:spMkLst>
        </pc:spChg>
      </pc:sldChg>
      <pc:sldChg chg="modSp add replId">
        <pc:chgData name="Uwitonze Pacific" userId="94f14c05aa9a1c9a" providerId="Windows Live" clId="Web-{F6B14B82-5854-489A-B9CA-209157FEEE70}" dt="2025-12-07T11:08:37.149" v="70" actId="20577"/>
        <pc:sldMkLst>
          <pc:docMk/>
          <pc:sldMk cId="2687017721" sldId="344"/>
        </pc:sldMkLst>
        <pc:spChg chg="mod">
          <ac:chgData name="Uwitonze Pacific" userId="94f14c05aa9a1c9a" providerId="Windows Live" clId="Web-{F6B14B82-5854-489A-B9CA-209157FEEE70}" dt="2025-12-07T11:07:31.836" v="58" actId="20577"/>
          <ac:spMkLst>
            <pc:docMk/>
            <pc:sldMk cId="2687017721" sldId="344"/>
            <ac:spMk id="2" creationId="{A5682BBD-B6D2-B99D-3A91-65161441A481}"/>
          </ac:spMkLst>
        </pc:spChg>
        <pc:spChg chg="mod">
          <ac:chgData name="Uwitonze Pacific" userId="94f14c05aa9a1c9a" providerId="Windows Live" clId="Web-{F6B14B82-5854-489A-B9CA-209157FEEE70}" dt="2025-12-07T11:08:37.149" v="70" actId="20577"/>
          <ac:spMkLst>
            <pc:docMk/>
            <pc:sldMk cId="2687017721" sldId="344"/>
            <ac:spMk id="37" creationId="{9257F473-CD27-64A1-D371-07BD0B329F70}"/>
          </ac:spMkLst>
        </pc:spChg>
      </pc:sldChg>
      <pc:sldChg chg="modSp add replId">
        <pc:chgData name="Uwitonze Pacific" userId="94f14c05aa9a1c9a" providerId="Windows Live" clId="Web-{F6B14B82-5854-489A-B9CA-209157FEEE70}" dt="2025-12-07T11:09:55.259" v="83" actId="20577"/>
        <pc:sldMkLst>
          <pc:docMk/>
          <pc:sldMk cId="159221639" sldId="345"/>
        </pc:sldMkLst>
        <pc:spChg chg="mod">
          <ac:chgData name="Uwitonze Pacific" userId="94f14c05aa9a1c9a" providerId="Windows Live" clId="Web-{F6B14B82-5854-489A-B9CA-209157FEEE70}" dt="2025-12-07T11:09:24.743" v="73" actId="20577"/>
          <ac:spMkLst>
            <pc:docMk/>
            <pc:sldMk cId="159221639" sldId="345"/>
            <ac:spMk id="2" creationId="{ACC5DDD6-CE5B-5487-E43C-2EA7091E2F54}"/>
          </ac:spMkLst>
        </pc:spChg>
        <pc:spChg chg="mod">
          <ac:chgData name="Uwitonze Pacific" userId="94f14c05aa9a1c9a" providerId="Windows Live" clId="Web-{F6B14B82-5854-489A-B9CA-209157FEEE70}" dt="2025-12-07T11:09:55.259" v="83" actId="20577"/>
          <ac:spMkLst>
            <pc:docMk/>
            <pc:sldMk cId="159221639" sldId="345"/>
            <ac:spMk id="37" creationId="{A5CD5889-1D2F-B21C-F9EE-2D4B087C415D}"/>
          </ac:spMkLst>
        </pc:spChg>
      </pc:sldChg>
      <pc:sldChg chg="modSp add del ord replId">
        <pc:chgData name="Uwitonze Pacific" userId="94f14c05aa9a1c9a" providerId="Windows Live" clId="Web-{F6B14B82-5854-489A-B9CA-209157FEEE70}" dt="2025-12-07T11:13:25.606" v="108" actId="20577"/>
        <pc:sldMkLst>
          <pc:docMk/>
          <pc:sldMk cId="2708122937" sldId="346"/>
        </pc:sldMkLst>
        <pc:spChg chg="mod">
          <ac:chgData name="Uwitonze Pacific" userId="94f14c05aa9a1c9a" providerId="Windows Live" clId="Web-{F6B14B82-5854-489A-B9CA-209157FEEE70}" dt="2025-12-07T11:12:51.043" v="102" actId="20577"/>
          <ac:spMkLst>
            <pc:docMk/>
            <pc:sldMk cId="2708122937" sldId="346"/>
            <ac:spMk id="2" creationId="{83ACE28C-E6CA-D60F-9D43-D4705A0F85AF}"/>
          </ac:spMkLst>
        </pc:spChg>
        <pc:spChg chg="mod">
          <ac:chgData name="Uwitonze Pacific" userId="94f14c05aa9a1c9a" providerId="Windows Live" clId="Web-{F6B14B82-5854-489A-B9CA-209157FEEE70}" dt="2025-12-07T11:13:25.606" v="108" actId="20577"/>
          <ac:spMkLst>
            <pc:docMk/>
            <pc:sldMk cId="2708122937" sldId="346"/>
            <ac:spMk id="37" creationId="{1272F942-FE74-816E-0E33-19BA917A5A75}"/>
          </ac:spMkLst>
        </pc:spChg>
      </pc:sldChg>
      <pc:sldChg chg="modSp add replId">
        <pc:chgData name="Uwitonze Pacific" userId="94f14c05aa9a1c9a" providerId="Windows Live" clId="Web-{F6B14B82-5854-489A-B9CA-209157FEEE70}" dt="2025-12-07T11:14:01.872" v="114" actId="20577"/>
        <pc:sldMkLst>
          <pc:docMk/>
          <pc:sldMk cId="3189306417" sldId="347"/>
        </pc:sldMkLst>
        <pc:spChg chg="mod">
          <ac:chgData name="Uwitonze Pacific" userId="94f14c05aa9a1c9a" providerId="Windows Live" clId="Web-{F6B14B82-5854-489A-B9CA-209157FEEE70}" dt="2025-12-07T11:13:56.746" v="111" actId="20577"/>
          <ac:spMkLst>
            <pc:docMk/>
            <pc:sldMk cId="3189306417" sldId="347"/>
            <ac:spMk id="2" creationId="{C192312F-4166-51AB-C99E-280386A73088}"/>
          </ac:spMkLst>
        </pc:spChg>
        <pc:spChg chg="mod">
          <ac:chgData name="Uwitonze Pacific" userId="94f14c05aa9a1c9a" providerId="Windows Live" clId="Web-{F6B14B82-5854-489A-B9CA-209157FEEE70}" dt="2025-12-07T11:14:01.872" v="114" actId="20577"/>
          <ac:spMkLst>
            <pc:docMk/>
            <pc:sldMk cId="3189306417" sldId="347"/>
            <ac:spMk id="37" creationId="{547D4652-7DD1-4901-70E5-0637B83BF48B}"/>
          </ac:spMkLst>
        </pc:spChg>
      </pc:sldChg>
      <pc:sldChg chg="modSp add replId">
        <pc:chgData name="Uwitonze Pacific" userId="94f14c05aa9a1c9a" providerId="Windows Live" clId="Web-{F6B14B82-5854-489A-B9CA-209157FEEE70}" dt="2025-12-07T11:14:58.327" v="119" actId="20577"/>
        <pc:sldMkLst>
          <pc:docMk/>
          <pc:sldMk cId="1470223518" sldId="348"/>
        </pc:sldMkLst>
        <pc:spChg chg="mod">
          <ac:chgData name="Uwitonze Pacific" userId="94f14c05aa9a1c9a" providerId="Windows Live" clId="Web-{F6B14B82-5854-489A-B9CA-209157FEEE70}" dt="2025-12-07T11:14:45.436" v="116" actId="20577"/>
          <ac:spMkLst>
            <pc:docMk/>
            <pc:sldMk cId="1470223518" sldId="348"/>
            <ac:spMk id="2" creationId="{537F1E22-7909-C4FB-5856-4C7411512052}"/>
          </ac:spMkLst>
        </pc:spChg>
        <pc:spChg chg="mod">
          <ac:chgData name="Uwitonze Pacific" userId="94f14c05aa9a1c9a" providerId="Windows Live" clId="Web-{F6B14B82-5854-489A-B9CA-209157FEEE70}" dt="2025-12-07T11:14:58.327" v="119" actId="20577"/>
          <ac:spMkLst>
            <pc:docMk/>
            <pc:sldMk cId="1470223518" sldId="348"/>
            <ac:spMk id="37" creationId="{77ACF206-8B46-5B26-FC5C-DDFB8F24044A}"/>
          </ac:spMkLst>
        </pc:spChg>
      </pc:sldChg>
      <pc:sldChg chg="modSp add replId">
        <pc:chgData name="Uwitonze Pacific" userId="94f14c05aa9a1c9a" providerId="Windows Live" clId="Web-{F6B14B82-5854-489A-B9CA-209157FEEE70}" dt="2025-12-07T11:15:46.625" v="126" actId="20577"/>
        <pc:sldMkLst>
          <pc:docMk/>
          <pc:sldMk cId="1094413396" sldId="349"/>
        </pc:sldMkLst>
        <pc:spChg chg="mod">
          <ac:chgData name="Uwitonze Pacific" userId="94f14c05aa9a1c9a" providerId="Windows Live" clId="Web-{F6B14B82-5854-489A-B9CA-209157FEEE70}" dt="2025-12-07T11:15:34.640" v="123" actId="20577"/>
          <ac:spMkLst>
            <pc:docMk/>
            <pc:sldMk cId="1094413396" sldId="349"/>
            <ac:spMk id="2" creationId="{52C998D2-A757-18CA-5AB7-3FAC869BC7FF}"/>
          </ac:spMkLst>
        </pc:spChg>
        <pc:spChg chg="mod">
          <ac:chgData name="Uwitonze Pacific" userId="94f14c05aa9a1c9a" providerId="Windows Live" clId="Web-{F6B14B82-5854-489A-B9CA-209157FEEE70}" dt="2025-12-07T11:15:46.625" v="126" actId="20577"/>
          <ac:spMkLst>
            <pc:docMk/>
            <pc:sldMk cId="1094413396" sldId="349"/>
            <ac:spMk id="37" creationId="{78E5BAF9-3B95-1969-FC40-BF7E5505E7A1}"/>
          </ac:spMkLst>
        </pc:spChg>
      </pc:sldChg>
    </pc:docChg>
  </pc:docChgLst>
  <pc:docChgLst>
    <pc:chgData name="Uwitonze Pacific" userId="94f14c05aa9a1c9a" providerId="Windows Live" clId="Web-{FE75ECCE-36BA-412E-B33A-7B4CDADAAD8A}"/>
    <pc:docChg chg="addSld delSld modSld">
      <pc:chgData name="Uwitonze Pacific" userId="94f14c05aa9a1c9a" providerId="Windows Live" clId="Web-{FE75ECCE-36BA-412E-B33A-7B4CDADAAD8A}" dt="2025-12-07T12:54:30.658" v="114"/>
      <pc:docMkLst>
        <pc:docMk/>
      </pc:docMkLst>
      <pc:sldChg chg="addSp delSp modSp mod setBg">
        <pc:chgData name="Uwitonze Pacific" userId="94f14c05aa9a1c9a" providerId="Windows Live" clId="Web-{FE75ECCE-36BA-412E-B33A-7B4CDADAAD8A}" dt="2025-12-07T12:39:11.623" v="84" actId="20577"/>
        <pc:sldMkLst>
          <pc:docMk/>
          <pc:sldMk cId="2259308896" sldId="256"/>
        </pc:sldMkLst>
        <pc:spChg chg="mod">
          <ac:chgData name="Uwitonze Pacific" userId="94f14c05aa9a1c9a" providerId="Windows Live" clId="Web-{FE75ECCE-36BA-412E-B33A-7B4CDADAAD8A}" dt="2025-12-07T12:39:11.623" v="84" actId="20577"/>
          <ac:spMkLst>
            <pc:docMk/>
            <pc:sldMk cId="2259308896" sldId="256"/>
            <ac:spMk id="2" creationId="{51DF3D98-3C30-4CFC-8643-C81E829C8C25}"/>
          </ac:spMkLst>
        </pc:spChg>
        <pc:spChg chg="mod">
          <ac:chgData name="Uwitonze Pacific" userId="94f14c05aa9a1c9a" providerId="Windows Live" clId="Web-{FE75ECCE-36BA-412E-B33A-7B4CDADAAD8A}" dt="2025-12-07T12:36:57.683" v="58"/>
          <ac:spMkLst>
            <pc:docMk/>
            <pc:sldMk cId="2259308896" sldId="256"/>
            <ac:spMk id="3" creationId="{A068D447-28D3-4F5F-B2DC-FD67E9015868}"/>
          </ac:spMkLst>
        </pc:spChg>
        <pc:spChg chg="add del">
          <ac:chgData name="Uwitonze Pacific" userId="94f14c05aa9a1c9a" providerId="Windows Live" clId="Web-{FE75ECCE-36BA-412E-B33A-7B4CDADAAD8A}" dt="2025-12-07T12:37:46.434" v="68"/>
          <ac:spMkLst>
            <pc:docMk/>
            <pc:sldMk cId="2259308896" sldId="256"/>
            <ac:spMk id="8" creationId="{6EB4BFD6-A85D-4A13-A54A-9A5C9E31C69E}"/>
          </ac:spMkLst>
        </pc:spChg>
        <pc:spChg chg="add del">
          <ac:chgData name="Uwitonze Pacific" userId="94f14c05aa9a1c9a" providerId="Windows Live" clId="Web-{FE75ECCE-36BA-412E-B33A-7B4CDADAAD8A}" dt="2025-12-07T12:37:46.434" v="68"/>
          <ac:spMkLst>
            <pc:docMk/>
            <pc:sldMk cId="2259308896" sldId="256"/>
            <ac:spMk id="10" creationId="{B5DD78E9-DE0D-47AF-A0DB-F475221E3DC7}"/>
          </ac:spMkLst>
        </pc:spChg>
        <pc:spChg chg="add del">
          <ac:chgData name="Uwitonze Pacific" userId="94f14c05aa9a1c9a" providerId="Windows Live" clId="Web-{FE75ECCE-36BA-412E-B33A-7B4CDADAAD8A}" dt="2025-12-07T12:37:46.434" v="68"/>
          <ac:spMkLst>
            <pc:docMk/>
            <pc:sldMk cId="2259308896" sldId="256"/>
            <ac:spMk id="12" creationId="{A118D329-2010-4A15-B57C-429FFAE35B11}"/>
          </ac:spMkLst>
        </pc:spChg>
        <pc:spChg chg="add">
          <ac:chgData name="Uwitonze Pacific" userId="94f14c05aa9a1c9a" providerId="Windows Live" clId="Web-{FE75ECCE-36BA-412E-B33A-7B4CDADAAD8A}" dt="2025-12-07T12:37:46.434" v="68"/>
          <ac:spMkLst>
            <pc:docMk/>
            <pc:sldMk cId="2259308896" sldId="256"/>
            <ac:spMk id="19" creationId="{B66F8A2C-B8CF-4B20-9A73-2ADCF6302755}"/>
          </ac:spMkLst>
        </pc:spChg>
        <pc:spChg chg="add">
          <ac:chgData name="Uwitonze Pacific" userId="94f14c05aa9a1c9a" providerId="Windows Live" clId="Web-{FE75ECCE-36BA-412E-B33A-7B4CDADAAD8A}" dt="2025-12-07T12:37:46.434" v="68"/>
          <ac:spMkLst>
            <pc:docMk/>
            <pc:sldMk cId="2259308896" sldId="256"/>
            <ac:spMk id="21" creationId="{B5DD78E9-DE0D-47AF-A0DB-F475221E3DC7}"/>
          </ac:spMkLst>
        </pc:spChg>
        <pc:spChg chg="add">
          <ac:chgData name="Uwitonze Pacific" userId="94f14c05aa9a1c9a" providerId="Windows Live" clId="Web-{FE75ECCE-36BA-412E-B33A-7B4CDADAAD8A}" dt="2025-12-07T12:37:46.434" v="68"/>
          <ac:spMkLst>
            <pc:docMk/>
            <pc:sldMk cId="2259308896" sldId="256"/>
            <ac:spMk id="23" creationId="{A118D329-2010-4A15-B57C-429FFAE35B11}"/>
          </ac:spMkLst>
        </pc:spChg>
        <pc:cxnChg chg="add del">
          <ac:chgData name="Uwitonze Pacific" userId="94f14c05aa9a1c9a" providerId="Windows Live" clId="Web-{FE75ECCE-36BA-412E-B33A-7B4CDADAAD8A}" dt="2025-12-07T12:37:46.434" v="68"/>
          <ac:cxnSpMkLst>
            <pc:docMk/>
            <pc:sldMk cId="2259308896" sldId="256"/>
            <ac:cxnSpMk id="14" creationId="{994262BC-EE98-4BD6-82DB-4955E8DCC290}"/>
          </ac:cxnSpMkLst>
        </pc:cxnChg>
        <pc:cxnChg chg="add">
          <ac:chgData name="Uwitonze Pacific" userId="94f14c05aa9a1c9a" providerId="Windows Live" clId="Web-{FE75ECCE-36BA-412E-B33A-7B4CDADAAD8A}" dt="2025-12-07T12:37:46.434" v="68"/>
          <ac:cxnSpMkLst>
            <pc:docMk/>
            <pc:sldMk cId="2259308896" sldId="256"/>
            <ac:cxnSpMk id="25" creationId="{994262BC-EE98-4BD6-82DB-4955E8DCC290}"/>
          </ac:cxnSpMkLst>
        </pc:cxnChg>
      </pc:sldChg>
      <pc:sldChg chg="addSp delSp modSp mod setBg">
        <pc:chgData name="Uwitonze Pacific" userId="94f14c05aa9a1c9a" providerId="Windows Live" clId="Web-{FE75ECCE-36BA-412E-B33A-7B4CDADAAD8A}" dt="2025-12-07T12:40:55.874" v="86"/>
        <pc:sldMkLst>
          <pc:docMk/>
          <pc:sldMk cId="520594114" sldId="337"/>
        </pc:sldMkLst>
        <pc:spChg chg="mod">
          <ac:chgData name="Uwitonze Pacific" userId="94f14c05aa9a1c9a" providerId="Windows Live" clId="Web-{FE75ECCE-36BA-412E-B33A-7B4CDADAAD8A}" dt="2025-12-07T12:40:55.874" v="86"/>
          <ac:spMkLst>
            <pc:docMk/>
            <pc:sldMk cId="520594114" sldId="337"/>
            <ac:spMk id="2" creationId="{378C802F-C74D-41A2-8127-19D4F8EE42F4}"/>
          </ac:spMkLst>
        </pc:spChg>
        <pc:spChg chg="mod">
          <ac:chgData name="Uwitonze Pacific" userId="94f14c05aa9a1c9a" providerId="Windows Live" clId="Web-{FE75ECCE-36BA-412E-B33A-7B4CDADAAD8A}" dt="2025-12-07T12:40:55.874" v="86"/>
          <ac:spMkLst>
            <pc:docMk/>
            <pc:sldMk cId="520594114" sldId="337"/>
            <ac:spMk id="37" creationId="{E4A54726-4483-4264-B2EC-04C460B0BD95}"/>
          </ac:spMkLst>
        </pc:spChg>
        <pc:spChg chg="add">
          <ac:chgData name="Uwitonze Pacific" userId="94f14c05aa9a1c9a" providerId="Windows Live" clId="Web-{FE75ECCE-36BA-412E-B33A-7B4CDADAAD8A}" dt="2025-12-07T12:36:33.230" v="57"/>
          <ac:spMkLst>
            <pc:docMk/>
            <pc:sldMk cId="520594114" sldId="337"/>
            <ac:spMk id="42" creationId="{1E94681D-2A4C-4A8D-B9B5-31D440D0328D}"/>
          </ac:spMkLst>
        </pc:spChg>
        <pc:spChg chg="add">
          <ac:chgData name="Uwitonze Pacific" userId="94f14c05aa9a1c9a" providerId="Windows Live" clId="Web-{FE75ECCE-36BA-412E-B33A-7B4CDADAAD8A}" dt="2025-12-07T12:36:33.230" v="57"/>
          <ac:spMkLst>
            <pc:docMk/>
            <pc:sldMk cId="520594114" sldId="337"/>
            <ac:spMk id="44" creationId="{FB65ABA3-820C-4D75-9437-9EFA1ADFE134}"/>
          </ac:spMkLst>
        </pc:spChg>
        <pc:spChg chg="add del">
          <ac:chgData name="Uwitonze Pacific" userId="94f14c05aa9a1c9a" providerId="Windows Live" clId="Web-{FE75ECCE-36BA-412E-B33A-7B4CDADAAD8A}" dt="2025-12-07T12:40:55.874" v="86"/>
          <ac:spMkLst>
            <pc:docMk/>
            <pc:sldMk cId="520594114" sldId="337"/>
            <ac:spMk id="46" creationId="{036BF2FB-90D8-48DB-BD34-D040CDCFF208}"/>
          </ac:spMkLst>
        </pc:spChg>
        <pc:spChg chg="add del">
          <ac:chgData name="Uwitonze Pacific" userId="94f14c05aa9a1c9a" providerId="Windows Live" clId="Web-{FE75ECCE-36BA-412E-B33A-7B4CDADAAD8A}" dt="2025-12-07T12:40:55.874" v="86"/>
          <ac:spMkLst>
            <pc:docMk/>
            <pc:sldMk cId="520594114" sldId="337"/>
            <ac:spMk id="48" creationId="{11657BF2-BFFB-4FF0-9FE2-4D7F7A7C9D50}"/>
          </ac:spMkLst>
        </pc:spChg>
        <pc:spChg chg="add">
          <ac:chgData name="Uwitonze Pacific" userId="94f14c05aa9a1c9a" providerId="Windows Live" clId="Web-{FE75ECCE-36BA-412E-B33A-7B4CDADAAD8A}" dt="2025-12-07T12:36:33.230" v="57"/>
          <ac:spMkLst>
            <pc:docMk/>
            <pc:sldMk cId="520594114" sldId="337"/>
            <ac:spMk id="50" creationId="{25397171-E233-4F26-9A8C-29C436537DC4}"/>
          </ac:spMkLst>
        </pc:spChg>
        <pc:spChg chg="add del">
          <ac:chgData name="Uwitonze Pacific" userId="94f14c05aa9a1c9a" providerId="Windows Live" clId="Web-{FE75ECCE-36BA-412E-B33A-7B4CDADAAD8A}" dt="2025-12-07T12:40:55.874" v="86"/>
          <ac:spMkLst>
            <pc:docMk/>
            <pc:sldMk cId="520594114" sldId="337"/>
            <ac:spMk id="52" creationId="{EA830B9C-C9EB-4D80-9552-AE9DE30758C9}"/>
          </ac:spMkLst>
        </pc:spChg>
        <pc:spChg chg="add">
          <ac:chgData name="Uwitonze Pacific" userId="94f14c05aa9a1c9a" providerId="Windows Live" clId="Web-{FE75ECCE-36BA-412E-B33A-7B4CDADAAD8A}" dt="2025-12-07T12:40:55.874" v="86"/>
          <ac:spMkLst>
            <pc:docMk/>
            <pc:sldMk cId="520594114" sldId="337"/>
            <ac:spMk id="57" creationId="{1E94681D-2A4C-4A8D-B9B5-31D440D0328D}"/>
          </ac:spMkLst>
        </pc:spChg>
        <pc:spChg chg="add">
          <ac:chgData name="Uwitonze Pacific" userId="94f14c05aa9a1c9a" providerId="Windows Live" clId="Web-{FE75ECCE-36BA-412E-B33A-7B4CDADAAD8A}" dt="2025-12-07T12:40:55.874" v="86"/>
          <ac:spMkLst>
            <pc:docMk/>
            <pc:sldMk cId="520594114" sldId="337"/>
            <ac:spMk id="59" creationId="{FB65ABA3-820C-4D75-9437-9EFA1ADFE134}"/>
          </ac:spMkLst>
        </pc:spChg>
        <pc:spChg chg="add">
          <ac:chgData name="Uwitonze Pacific" userId="94f14c05aa9a1c9a" providerId="Windows Live" clId="Web-{FE75ECCE-36BA-412E-B33A-7B4CDADAAD8A}" dt="2025-12-07T12:40:55.874" v="86"/>
          <ac:spMkLst>
            <pc:docMk/>
            <pc:sldMk cId="520594114" sldId="337"/>
            <ac:spMk id="61" creationId="{036BF2FB-90D8-48DB-BD34-D040CDCFF208}"/>
          </ac:spMkLst>
        </pc:spChg>
        <pc:spChg chg="add">
          <ac:chgData name="Uwitonze Pacific" userId="94f14c05aa9a1c9a" providerId="Windows Live" clId="Web-{FE75ECCE-36BA-412E-B33A-7B4CDADAAD8A}" dt="2025-12-07T12:40:55.874" v="86"/>
          <ac:spMkLst>
            <pc:docMk/>
            <pc:sldMk cId="520594114" sldId="337"/>
            <ac:spMk id="63" creationId="{78632963-757B-40C2-BB84-FC6107A54DAD}"/>
          </ac:spMkLst>
        </pc:spChg>
        <pc:spChg chg="add">
          <ac:chgData name="Uwitonze Pacific" userId="94f14c05aa9a1c9a" providerId="Windows Live" clId="Web-{FE75ECCE-36BA-412E-B33A-7B4CDADAAD8A}" dt="2025-12-07T12:40:55.874" v="86"/>
          <ac:spMkLst>
            <pc:docMk/>
            <pc:sldMk cId="520594114" sldId="337"/>
            <ac:spMk id="67" creationId="{DBC4BE4D-4B50-4F51-9F85-4B5D60B02D81}"/>
          </ac:spMkLst>
        </pc:spChg>
        <pc:picChg chg="mod ord">
          <ac:chgData name="Uwitonze Pacific" userId="94f14c05aa9a1c9a" providerId="Windows Live" clId="Web-{FE75ECCE-36BA-412E-B33A-7B4CDADAAD8A}" dt="2025-12-07T12:40:50.546" v="85"/>
          <ac:picMkLst>
            <pc:docMk/>
            <pc:sldMk cId="520594114" sldId="337"/>
            <ac:picMk id="11" creationId="{4D446641-3AA1-4C43-9E6B-09347E88B2F2}"/>
          </ac:picMkLst>
        </pc:picChg>
      </pc:sldChg>
      <pc:sldChg chg="addSp delSp modSp mod setBg setClrOvrMap">
        <pc:chgData name="Uwitonze Pacific" userId="94f14c05aa9a1c9a" providerId="Windows Live" clId="Web-{FE75ECCE-36BA-412E-B33A-7B4CDADAAD8A}" dt="2025-12-07T12:44:38.289" v="92"/>
        <pc:sldMkLst>
          <pc:docMk/>
          <pc:sldMk cId="1489269496" sldId="339"/>
        </pc:sldMkLst>
        <pc:spChg chg="add del mod">
          <ac:chgData name="Uwitonze Pacific" userId="94f14c05aa9a1c9a" providerId="Windows Live" clId="Web-{FE75ECCE-36BA-412E-B33A-7B4CDADAAD8A}" dt="2025-12-07T11:37:44.297" v="12"/>
          <ac:spMkLst>
            <pc:docMk/>
            <pc:sldMk cId="1489269496" sldId="339"/>
            <ac:spMk id="3" creationId="{5FC0CFE7-1116-D837-3096-B0CFCF2648DA}"/>
          </ac:spMkLst>
        </pc:spChg>
        <pc:spChg chg="mod ord">
          <ac:chgData name="Uwitonze Pacific" userId="94f14c05aa9a1c9a" providerId="Windows Live" clId="Web-{FE75ECCE-36BA-412E-B33A-7B4CDADAAD8A}" dt="2025-12-07T12:44:38.289" v="92"/>
          <ac:spMkLst>
            <pc:docMk/>
            <pc:sldMk cId="1489269496" sldId="339"/>
            <ac:spMk id="5" creationId="{91BB6B60-9DA3-430C-B84C-A52FFE5B762B}"/>
          </ac:spMkLst>
        </pc:spChg>
        <pc:spChg chg="mod">
          <ac:chgData name="Uwitonze Pacific" userId="94f14c05aa9a1c9a" providerId="Windows Live" clId="Web-{FE75ECCE-36BA-412E-B33A-7B4CDADAAD8A}" dt="2025-12-07T12:44:38.289" v="92"/>
          <ac:spMkLst>
            <pc:docMk/>
            <pc:sldMk cId="1489269496" sldId="339"/>
            <ac:spMk id="6" creationId="{1899EE03-8C56-4610-97B8-669F47CC4601}"/>
          </ac:spMkLst>
        </pc:spChg>
        <pc:spChg chg="add">
          <ac:chgData name="Uwitonze Pacific" userId="94f14c05aa9a1c9a" providerId="Windows Live" clId="Web-{FE75ECCE-36BA-412E-B33A-7B4CDADAAD8A}" dt="2025-12-07T11:37:44.297" v="12"/>
          <ac:spMkLst>
            <pc:docMk/>
            <pc:sldMk cId="1489269496" sldId="339"/>
            <ac:spMk id="26" creationId="{1E94681D-2A4C-4A8D-B9B5-31D440D0328D}"/>
          </ac:spMkLst>
        </pc:spChg>
        <pc:spChg chg="add">
          <ac:chgData name="Uwitonze Pacific" userId="94f14c05aa9a1c9a" providerId="Windows Live" clId="Web-{FE75ECCE-36BA-412E-B33A-7B4CDADAAD8A}" dt="2025-12-07T11:37:44.297" v="12"/>
          <ac:spMkLst>
            <pc:docMk/>
            <pc:sldMk cId="1489269496" sldId="339"/>
            <ac:spMk id="28" creationId="{ACC34E14-7009-4770-92C3-8FA9DFFCC133}"/>
          </ac:spMkLst>
        </pc:spChg>
        <pc:spChg chg="del">
          <ac:chgData name="Uwitonze Pacific" userId="94f14c05aa9a1c9a" providerId="Windows Live" clId="Web-{FE75ECCE-36BA-412E-B33A-7B4CDADAAD8A}" dt="2025-12-07T11:40:22.607" v="15"/>
          <ac:spMkLst>
            <pc:docMk/>
            <pc:sldMk cId="1489269496" sldId="339"/>
            <ac:spMk id="30" creationId="{B7F09AB8-ED40-4351-A581-146415B87E8B}"/>
          </ac:spMkLst>
        </pc:spChg>
        <pc:spChg chg="add del">
          <ac:chgData name="Uwitonze Pacific" userId="94f14c05aa9a1c9a" providerId="Windows Live" clId="Web-{FE75ECCE-36BA-412E-B33A-7B4CDADAAD8A}" dt="2025-12-07T11:40:22.607" v="15"/>
          <ac:spMkLst>
            <pc:docMk/>
            <pc:sldMk cId="1489269496" sldId="339"/>
            <ac:spMk id="32" creationId="{77B2BA5B-1894-4AF7-A31A-68B310384EB4}"/>
          </ac:spMkLst>
        </pc:spChg>
        <pc:spChg chg="add">
          <ac:chgData name="Uwitonze Pacific" userId="94f14c05aa9a1c9a" providerId="Windows Live" clId="Web-{FE75ECCE-36BA-412E-B33A-7B4CDADAAD8A}" dt="2025-12-07T11:37:44.297" v="12"/>
          <ac:spMkLst>
            <pc:docMk/>
            <pc:sldMk cId="1489269496" sldId="339"/>
            <ac:spMk id="34" creationId="{3F8292AA-2164-4B18-AEBD-CC13F4CA6F02}"/>
          </ac:spMkLst>
        </pc:spChg>
        <pc:spChg chg="add del">
          <ac:chgData name="Uwitonze Pacific" userId="94f14c05aa9a1c9a" providerId="Windows Live" clId="Web-{FE75ECCE-36BA-412E-B33A-7B4CDADAAD8A}" dt="2025-12-07T11:40:22.607" v="15"/>
          <ac:spMkLst>
            <pc:docMk/>
            <pc:sldMk cId="1489269496" sldId="339"/>
            <ac:spMk id="36" creationId="{492E3DD6-EE3F-4714-B087-11DF4E1FBC37}"/>
          </ac:spMkLst>
        </pc:spChg>
        <pc:spChg chg="add del">
          <ac:chgData name="Uwitonze Pacific" userId="94f14c05aa9a1c9a" providerId="Windows Live" clId="Web-{FE75ECCE-36BA-412E-B33A-7B4CDADAAD8A}" dt="2025-12-07T11:40:22.607" v="15"/>
          <ac:spMkLst>
            <pc:docMk/>
            <pc:sldMk cId="1489269496" sldId="339"/>
            <ac:spMk id="38" creationId="{25B8B2C1-56D3-48CF-B950-1C2F68E19831}"/>
          </ac:spMkLst>
        </pc:spChg>
        <pc:spChg chg="add del">
          <ac:chgData name="Uwitonze Pacific" userId="94f14c05aa9a1c9a" providerId="Windows Live" clId="Web-{FE75ECCE-36BA-412E-B33A-7B4CDADAAD8A}" dt="2025-12-07T11:40:22.607" v="15"/>
          <ac:spMkLst>
            <pc:docMk/>
            <pc:sldMk cId="1489269496" sldId="339"/>
            <ac:spMk id="40" creationId="{4D37A8D7-D2CC-4162-895A-C3ECA645FB09}"/>
          </ac:spMkLst>
        </pc:spChg>
        <pc:spChg chg="del">
          <ac:chgData name="Uwitonze Pacific" userId="94f14c05aa9a1c9a" providerId="Windows Live" clId="Web-{FE75ECCE-36BA-412E-B33A-7B4CDADAAD8A}" dt="2025-12-07T12:44:38.289" v="92"/>
          <ac:spMkLst>
            <pc:docMk/>
            <pc:sldMk cId="1489269496" sldId="339"/>
            <ac:spMk id="45" creationId="{1E94681D-2A4C-4A8D-B9B5-31D440D0328D}"/>
          </ac:spMkLst>
        </pc:spChg>
        <pc:spChg chg="add del">
          <ac:chgData name="Uwitonze Pacific" userId="94f14c05aa9a1c9a" providerId="Windows Live" clId="Web-{FE75ECCE-36BA-412E-B33A-7B4CDADAAD8A}" dt="2025-12-07T12:44:38.289" v="92"/>
          <ac:spMkLst>
            <pc:docMk/>
            <pc:sldMk cId="1489269496" sldId="339"/>
            <ac:spMk id="47" creationId="{ACC34E14-7009-4770-92C3-8FA9DFFCC133}"/>
          </ac:spMkLst>
        </pc:spChg>
        <pc:spChg chg="del">
          <ac:chgData name="Uwitonze Pacific" userId="94f14c05aa9a1c9a" providerId="Windows Live" clId="Web-{FE75ECCE-36BA-412E-B33A-7B4CDADAAD8A}" dt="2025-12-07T12:44:38.289" v="92"/>
          <ac:spMkLst>
            <pc:docMk/>
            <pc:sldMk cId="1489269496" sldId="339"/>
            <ac:spMk id="49" creationId="{B7F09AB8-ED40-4351-A581-146415B87E8B}"/>
          </ac:spMkLst>
        </pc:spChg>
        <pc:spChg chg="add del">
          <ac:chgData name="Uwitonze Pacific" userId="94f14c05aa9a1c9a" providerId="Windows Live" clId="Web-{FE75ECCE-36BA-412E-B33A-7B4CDADAAD8A}" dt="2025-12-07T12:44:38.289" v="92"/>
          <ac:spMkLst>
            <pc:docMk/>
            <pc:sldMk cId="1489269496" sldId="339"/>
            <ac:spMk id="51" creationId="{26C4D022-E2BC-435F-9CDB-44DC57C0701C}"/>
          </ac:spMkLst>
        </pc:spChg>
        <pc:spChg chg="add">
          <ac:chgData name="Uwitonze Pacific" userId="94f14c05aa9a1c9a" providerId="Windows Live" clId="Web-{FE75ECCE-36BA-412E-B33A-7B4CDADAAD8A}" dt="2025-12-07T11:40:22.607" v="15"/>
          <ac:spMkLst>
            <pc:docMk/>
            <pc:sldMk cId="1489269496" sldId="339"/>
            <ac:spMk id="53" creationId="{C926CAD6-45B1-4A85-A196-E722067B1D21}"/>
          </ac:spMkLst>
        </pc:spChg>
        <pc:spChg chg="add">
          <ac:chgData name="Uwitonze Pacific" userId="94f14c05aa9a1c9a" providerId="Windows Live" clId="Web-{FE75ECCE-36BA-412E-B33A-7B4CDADAAD8A}" dt="2025-12-07T11:40:22.607" v="15"/>
          <ac:spMkLst>
            <pc:docMk/>
            <pc:sldMk cId="1489269496" sldId="339"/>
            <ac:spMk id="55" creationId="{0E0936D5-2DCE-48A4-93BC-BA7861B4E343}"/>
          </ac:spMkLst>
        </pc:spChg>
        <pc:spChg chg="add">
          <ac:chgData name="Uwitonze Pacific" userId="94f14c05aa9a1c9a" providerId="Windows Live" clId="Web-{FE75ECCE-36BA-412E-B33A-7B4CDADAAD8A}" dt="2025-12-07T12:44:38.289" v="92"/>
          <ac:spMkLst>
            <pc:docMk/>
            <pc:sldMk cId="1489269496" sldId="339"/>
            <ac:spMk id="60" creationId="{1E94681D-2A4C-4A8D-B9B5-31D440D0328D}"/>
          </ac:spMkLst>
        </pc:spChg>
        <pc:spChg chg="add">
          <ac:chgData name="Uwitonze Pacific" userId="94f14c05aa9a1c9a" providerId="Windows Live" clId="Web-{FE75ECCE-36BA-412E-B33A-7B4CDADAAD8A}" dt="2025-12-07T12:44:38.289" v="92"/>
          <ac:spMkLst>
            <pc:docMk/>
            <pc:sldMk cId="1489269496" sldId="339"/>
            <ac:spMk id="64" creationId="{ED0D337F-FB00-4E19-BBDA-8485C8ABB506}"/>
          </ac:spMkLst>
        </pc:spChg>
        <pc:spChg chg="add">
          <ac:chgData name="Uwitonze Pacific" userId="94f14c05aa9a1c9a" providerId="Windows Live" clId="Web-{FE75ECCE-36BA-412E-B33A-7B4CDADAAD8A}" dt="2025-12-07T12:44:38.289" v="92"/>
          <ac:spMkLst>
            <pc:docMk/>
            <pc:sldMk cId="1489269496" sldId="339"/>
            <ac:spMk id="66" creationId="{78632963-757B-40C2-BB84-FC6107A54DAD}"/>
          </ac:spMkLst>
        </pc:spChg>
        <pc:spChg chg="add">
          <ac:chgData name="Uwitonze Pacific" userId="94f14c05aa9a1c9a" providerId="Windows Live" clId="Web-{FE75ECCE-36BA-412E-B33A-7B4CDADAAD8A}" dt="2025-12-07T12:44:38.289" v="92"/>
          <ac:spMkLst>
            <pc:docMk/>
            <pc:sldMk cId="1489269496" sldId="339"/>
            <ac:spMk id="68" creationId="{2853AE55-7E35-44B0-89F1-3F52B262AF33}"/>
          </ac:spMkLst>
        </pc:spChg>
        <pc:picChg chg="del">
          <ac:chgData name="Uwitonze Pacific" userId="94f14c05aa9a1c9a" providerId="Windows Live" clId="Web-{FE75ECCE-36BA-412E-B33A-7B4CDADAAD8A}" dt="2025-12-07T11:37:37.969" v="11"/>
          <ac:picMkLst>
            <pc:docMk/>
            <pc:sldMk cId="1489269496" sldId="339"/>
            <ac:picMk id="13" creationId="{51F6EDCA-EF3A-4858-8F8C-CD888E58EEE6}"/>
          </ac:picMkLst>
        </pc:picChg>
        <pc:picChg chg="mod">
          <ac:chgData name="Uwitonze Pacific" userId="94f14c05aa9a1c9a" providerId="Windows Live" clId="Web-{FE75ECCE-36BA-412E-B33A-7B4CDADAAD8A}" dt="2025-12-07T11:38:39.083" v="13"/>
          <ac:picMkLst>
            <pc:docMk/>
            <pc:sldMk cId="1489269496" sldId="339"/>
            <ac:picMk id="17" creationId="{936E703F-0B68-4D4A-9EDA-D51A3BF6BA61}"/>
          </ac:picMkLst>
        </pc:picChg>
        <pc:picChg chg="mod">
          <ac:chgData name="Uwitonze Pacific" userId="94f14c05aa9a1c9a" providerId="Windows Live" clId="Web-{FE75ECCE-36BA-412E-B33A-7B4CDADAAD8A}" dt="2025-12-07T11:40:19.231" v="14"/>
          <ac:picMkLst>
            <pc:docMk/>
            <pc:sldMk cId="1489269496" sldId="339"/>
            <ac:picMk id="21" creationId="{2D8D552F-456C-4D1F-A816-78EB8682695E}"/>
          </ac:picMkLst>
        </pc:picChg>
      </pc:sldChg>
      <pc:sldChg chg="addSp delSp modSp">
        <pc:chgData name="Uwitonze Pacific" userId="94f14c05aa9a1c9a" providerId="Windows Live" clId="Web-{FE75ECCE-36BA-412E-B33A-7B4CDADAAD8A}" dt="2025-12-07T12:54:30.658" v="114"/>
        <pc:sldMkLst>
          <pc:docMk/>
          <pc:sldMk cId="3103866879" sldId="341"/>
        </pc:sldMkLst>
        <pc:spChg chg="add del mod">
          <ac:chgData name="Uwitonze Pacific" userId="94f14c05aa9a1c9a" providerId="Windows Live" clId="Web-{FE75ECCE-36BA-412E-B33A-7B4CDADAAD8A}" dt="2025-12-07T12:48:06.272" v="111"/>
          <ac:spMkLst>
            <pc:docMk/>
            <pc:sldMk cId="3103866879" sldId="341"/>
            <ac:spMk id="3" creationId="{6402FC08-C9C4-ACA1-03CD-E3EB0B37F132}"/>
          </ac:spMkLst>
        </pc:spChg>
        <pc:spChg chg="add del mod">
          <ac:chgData name="Uwitonze Pacific" userId="94f14c05aa9a1c9a" providerId="Windows Live" clId="Web-{FE75ECCE-36BA-412E-B33A-7B4CDADAAD8A}" dt="2025-12-07T12:48:15.616" v="112"/>
          <ac:spMkLst>
            <pc:docMk/>
            <pc:sldMk cId="3103866879" sldId="341"/>
            <ac:spMk id="5" creationId="{674F745B-9041-DF56-0913-31C148B3B7B9}"/>
          </ac:spMkLst>
        </pc:spChg>
        <pc:spChg chg="add del mod">
          <ac:chgData name="Uwitonze Pacific" userId="94f14c05aa9a1c9a" providerId="Windows Live" clId="Web-{FE75ECCE-36BA-412E-B33A-7B4CDADAAD8A}" dt="2025-12-07T12:48:18.476" v="113"/>
          <ac:spMkLst>
            <pc:docMk/>
            <pc:sldMk cId="3103866879" sldId="341"/>
            <ac:spMk id="9" creationId="{5800BE98-43AB-E184-2916-7D49B7B7BB26}"/>
          </ac:spMkLst>
        </pc:spChg>
        <pc:spChg chg="add del mod">
          <ac:chgData name="Uwitonze Pacific" userId="94f14c05aa9a1c9a" providerId="Windows Live" clId="Web-{FE75ECCE-36BA-412E-B33A-7B4CDADAAD8A}" dt="2025-12-07T12:54:30.658" v="114"/>
          <ac:spMkLst>
            <pc:docMk/>
            <pc:sldMk cId="3103866879" sldId="341"/>
            <ac:spMk id="11" creationId="{435BFC4F-9396-36E9-D24A-AEA453E31CB9}"/>
          </ac:spMkLst>
        </pc:spChg>
        <pc:picChg chg="add mod ord">
          <ac:chgData name="Uwitonze Pacific" userId="94f14c05aa9a1c9a" providerId="Windows Live" clId="Web-{FE75ECCE-36BA-412E-B33A-7B4CDADAAD8A}" dt="2025-12-07T12:54:30.658" v="114"/>
          <ac:picMkLst>
            <pc:docMk/>
            <pc:sldMk cId="3103866879" sldId="341"/>
            <ac:picMk id="12" creationId="{787DFE04-7A76-3A96-7BD4-23AE83B26C8B}"/>
          </ac:picMkLst>
        </pc:picChg>
        <pc:picChg chg="del">
          <ac:chgData name="Uwitonze Pacific" userId="94f14c05aa9a1c9a" providerId="Windows Live" clId="Web-{FE75ECCE-36BA-412E-B33A-7B4CDADAAD8A}" dt="2025-12-07T12:47:54.287" v="107"/>
          <ac:picMkLst>
            <pc:docMk/>
            <pc:sldMk cId="3103866879" sldId="341"/>
            <ac:picMk id="17" creationId="{1662305C-7D5C-47F9-877B-466826B518AB}"/>
          </ac:picMkLst>
        </pc:picChg>
        <pc:picChg chg="del">
          <ac:chgData name="Uwitonze Pacific" userId="94f14c05aa9a1c9a" providerId="Windows Live" clId="Web-{FE75ECCE-36BA-412E-B33A-7B4CDADAAD8A}" dt="2025-12-07T12:47:57.318" v="108"/>
          <ac:picMkLst>
            <pc:docMk/>
            <pc:sldMk cId="3103866879" sldId="341"/>
            <ac:picMk id="21" creationId="{BE57492F-8E90-4A7C-973A-7888314D95BE}"/>
          </ac:picMkLst>
        </pc:picChg>
        <pc:picChg chg="del">
          <ac:chgData name="Uwitonze Pacific" userId="94f14c05aa9a1c9a" providerId="Windows Live" clId="Web-{FE75ECCE-36BA-412E-B33A-7B4CDADAAD8A}" dt="2025-12-07T12:47:59.881" v="109"/>
          <ac:picMkLst>
            <pc:docMk/>
            <pc:sldMk cId="3103866879" sldId="341"/>
            <ac:picMk id="25" creationId="{570508E1-6D53-4ABA-B566-1C25D08ABDD2}"/>
          </ac:picMkLst>
        </pc:picChg>
        <pc:picChg chg="del">
          <ac:chgData name="Uwitonze Pacific" userId="94f14c05aa9a1c9a" providerId="Windows Live" clId="Web-{FE75ECCE-36BA-412E-B33A-7B4CDADAAD8A}" dt="2025-12-07T12:48:03.444" v="110"/>
          <ac:picMkLst>
            <pc:docMk/>
            <pc:sldMk cId="3103866879" sldId="341"/>
            <ac:picMk id="29" creationId="{CB30D8EE-713E-4D47-B52D-4F8507389AD0}"/>
          </ac:picMkLst>
        </pc:picChg>
      </pc:sldChg>
      <pc:sldChg chg="addSp delSp modSp mod setBg">
        <pc:chgData name="Uwitonze Pacific" userId="94f14c05aa9a1c9a" providerId="Windows Live" clId="Web-{FE75ECCE-36BA-412E-B33A-7B4CDADAAD8A}" dt="2025-12-07T12:42:33.578" v="88"/>
        <pc:sldMkLst>
          <pc:docMk/>
          <pc:sldMk cId="2813852394" sldId="343"/>
        </pc:sldMkLst>
        <pc:spChg chg="mod ord">
          <ac:chgData name="Uwitonze Pacific" userId="94f14c05aa9a1c9a" providerId="Windows Live" clId="Web-{FE75ECCE-36BA-412E-B33A-7B4CDADAAD8A}" dt="2025-12-07T12:42:33.578" v="88"/>
          <ac:spMkLst>
            <pc:docMk/>
            <pc:sldMk cId="2813852394" sldId="343"/>
            <ac:spMk id="2" creationId="{5B0B3649-860C-A331-C32B-396C0E1C0A04}"/>
          </ac:spMkLst>
        </pc:spChg>
        <pc:spChg chg="mod">
          <ac:chgData name="Uwitonze Pacific" userId="94f14c05aa9a1c9a" providerId="Windows Live" clId="Web-{FE75ECCE-36BA-412E-B33A-7B4CDADAAD8A}" dt="2025-12-07T12:36:21.432" v="56"/>
          <ac:spMkLst>
            <pc:docMk/>
            <pc:sldMk cId="2813852394" sldId="343"/>
            <ac:spMk id="37" creationId="{CE941BD3-E91B-9335-6728-4CB92E196613}"/>
          </ac:spMkLst>
        </pc:spChg>
        <pc:spChg chg="add del">
          <ac:chgData name="Uwitonze Pacific" userId="94f14c05aa9a1c9a" providerId="Windows Live" clId="Web-{FE75ECCE-36BA-412E-B33A-7B4CDADAAD8A}" dt="2025-12-07T12:42:33.578" v="88"/>
          <ac:spMkLst>
            <pc:docMk/>
            <pc:sldMk cId="2813852394" sldId="343"/>
            <ac:spMk id="42" creationId="{1E94681D-2A4C-4A8D-B9B5-31D440D0328D}"/>
          </ac:spMkLst>
        </pc:spChg>
        <pc:spChg chg="add del">
          <ac:chgData name="Uwitonze Pacific" userId="94f14c05aa9a1c9a" providerId="Windows Live" clId="Web-{FE75ECCE-36BA-412E-B33A-7B4CDADAAD8A}" dt="2025-12-07T12:42:33.578" v="88"/>
          <ac:spMkLst>
            <pc:docMk/>
            <pc:sldMk cId="2813852394" sldId="343"/>
            <ac:spMk id="44" creationId="{04B7AC44-1B7B-4F09-9AA4-3DFDEC5751A8}"/>
          </ac:spMkLst>
        </pc:spChg>
        <pc:spChg chg="add del">
          <ac:chgData name="Uwitonze Pacific" userId="94f14c05aa9a1c9a" providerId="Windows Live" clId="Web-{FE75ECCE-36BA-412E-B33A-7B4CDADAAD8A}" dt="2025-12-07T12:42:33.578" v="88"/>
          <ac:spMkLst>
            <pc:docMk/>
            <pc:sldMk cId="2813852394" sldId="343"/>
            <ac:spMk id="46" creationId="{6683E473-94FF-4ACE-9433-1F14799E8907}"/>
          </ac:spMkLst>
        </pc:spChg>
        <pc:spChg chg="add">
          <ac:chgData name="Uwitonze Pacific" userId="94f14c05aa9a1c9a" providerId="Windows Live" clId="Web-{FE75ECCE-36BA-412E-B33A-7B4CDADAAD8A}" dt="2025-12-07T12:36:21.432" v="56"/>
          <ac:spMkLst>
            <pc:docMk/>
            <pc:sldMk cId="2813852394" sldId="343"/>
            <ac:spMk id="48" creationId="{0BBB6B01-5B73-410C-B70E-8CF2FA470D11}"/>
          </ac:spMkLst>
        </pc:spChg>
        <pc:spChg chg="add del">
          <ac:chgData name="Uwitonze Pacific" userId="94f14c05aa9a1c9a" providerId="Windows Live" clId="Web-{FE75ECCE-36BA-412E-B33A-7B4CDADAAD8A}" dt="2025-12-07T12:42:33.578" v="88"/>
          <ac:spMkLst>
            <pc:docMk/>
            <pc:sldMk cId="2813852394" sldId="343"/>
            <ac:spMk id="50" creationId="{8712F587-12D0-435C-8E3F-F44C36EE71B8}"/>
          </ac:spMkLst>
        </pc:spChg>
        <pc:spChg chg="add">
          <ac:chgData name="Uwitonze Pacific" userId="94f14c05aa9a1c9a" providerId="Windows Live" clId="Web-{FE75ECCE-36BA-412E-B33A-7B4CDADAAD8A}" dt="2025-12-07T12:42:33.578" v="88"/>
          <ac:spMkLst>
            <pc:docMk/>
            <pc:sldMk cId="2813852394" sldId="343"/>
            <ac:spMk id="55" creationId="{1E94681D-2A4C-4A8D-B9B5-31D440D0328D}"/>
          </ac:spMkLst>
        </pc:spChg>
        <pc:spChg chg="add">
          <ac:chgData name="Uwitonze Pacific" userId="94f14c05aa9a1c9a" providerId="Windows Live" clId="Web-{FE75ECCE-36BA-412E-B33A-7B4CDADAAD8A}" dt="2025-12-07T12:42:33.578" v="88"/>
          <ac:spMkLst>
            <pc:docMk/>
            <pc:sldMk cId="2813852394" sldId="343"/>
            <ac:spMk id="57" creationId="{FB65ABA3-820C-4D75-9437-9EFA1ADFE134}"/>
          </ac:spMkLst>
        </pc:spChg>
        <pc:spChg chg="add">
          <ac:chgData name="Uwitonze Pacific" userId="94f14c05aa9a1c9a" providerId="Windows Live" clId="Web-{FE75ECCE-36BA-412E-B33A-7B4CDADAAD8A}" dt="2025-12-07T12:42:33.578" v="88"/>
          <ac:spMkLst>
            <pc:docMk/>
            <pc:sldMk cId="2813852394" sldId="343"/>
            <ac:spMk id="59" creationId="{036BF2FB-90D8-48DB-BD34-D040CDCFF208}"/>
          </ac:spMkLst>
        </pc:spChg>
        <pc:spChg chg="add">
          <ac:chgData name="Uwitonze Pacific" userId="94f14c05aa9a1c9a" providerId="Windows Live" clId="Web-{FE75ECCE-36BA-412E-B33A-7B4CDADAAD8A}" dt="2025-12-07T12:42:33.578" v="88"/>
          <ac:spMkLst>
            <pc:docMk/>
            <pc:sldMk cId="2813852394" sldId="343"/>
            <ac:spMk id="63" creationId="{2853AE55-7E35-44B0-89F1-3F52B262AF33}"/>
          </ac:spMkLst>
        </pc:spChg>
        <pc:spChg chg="add">
          <ac:chgData name="Uwitonze Pacific" userId="94f14c05aa9a1c9a" providerId="Windows Live" clId="Web-{FE75ECCE-36BA-412E-B33A-7B4CDADAAD8A}" dt="2025-12-07T12:42:33.578" v="88"/>
          <ac:spMkLst>
            <pc:docMk/>
            <pc:sldMk cId="2813852394" sldId="343"/>
            <ac:spMk id="65" creationId="{DBC4BE4D-4B50-4F51-9F85-4B5D60B02D81}"/>
          </ac:spMkLst>
        </pc:spChg>
        <pc:picChg chg="mod">
          <ac:chgData name="Uwitonze Pacific" userId="94f14c05aa9a1c9a" providerId="Windows Live" clId="Web-{FE75ECCE-36BA-412E-B33A-7B4CDADAAD8A}" dt="2025-12-07T12:42:26.578" v="87"/>
          <ac:picMkLst>
            <pc:docMk/>
            <pc:sldMk cId="2813852394" sldId="343"/>
            <ac:picMk id="11" creationId="{07E4E54E-4502-00A8-EBE6-5B4DEB5B3CBC}"/>
          </ac:picMkLst>
        </pc:picChg>
      </pc:sldChg>
      <pc:sldChg chg="addSp modSp mod setBg">
        <pc:chgData name="Uwitonze Pacific" userId="94f14c05aa9a1c9a" providerId="Windows Live" clId="Web-{FE75ECCE-36BA-412E-B33A-7B4CDADAAD8A}" dt="2025-12-07T12:44:05.177" v="90"/>
        <pc:sldMkLst>
          <pc:docMk/>
          <pc:sldMk cId="2687017721" sldId="344"/>
        </pc:sldMkLst>
        <pc:spChg chg="mod ord">
          <ac:chgData name="Uwitonze Pacific" userId="94f14c05aa9a1c9a" providerId="Windows Live" clId="Web-{FE75ECCE-36BA-412E-B33A-7B4CDADAAD8A}" dt="2025-12-07T12:44:05.177" v="90"/>
          <ac:spMkLst>
            <pc:docMk/>
            <pc:sldMk cId="2687017721" sldId="344"/>
            <ac:spMk id="2" creationId="{A5682BBD-B6D2-B99D-3A91-65161441A481}"/>
          </ac:spMkLst>
        </pc:spChg>
        <pc:spChg chg="mod">
          <ac:chgData name="Uwitonze Pacific" userId="94f14c05aa9a1c9a" providerId="Windows Live" clId="Web-{FE75ECCE-36BA-412E-B33A-7B4CDADAAD8A}" dt="2025-12-07T12:44:05.177" v="90"/>
          <ac:spMkLst>
            <pc:docMk/>
            <pc:sldMk cId="2687017721" sldId="344"/>
            <ac:spMk id="37" creationId="{9257F473-CD27-64A1-D371-07BD0B329F70}"/>
          </ac:spMkLst>
        </pc:spChg>
        <pc:spChg chg="add">
          <ac:chgData name="Uwitonze Pacific" userId="94f14c05aa9a1c9a" providerId="Windows Live" clId="Web-{FE75ECCE-36BA-412E-B33A-7B4CDADAAD8A}" dt="2025-12-07T12:44:05.177" v="90"/>
          <ac:spMkLst>
            <pc:docMk/>
            <pc:sldMk cId="2687017721" sldId="344"/>
            <ac:spMk id="42" creationId="{1E94681D-2A4C-4A8D-B9B5-31D440D0328D}"/>
          </ac:spMkLst>
        </pc:spChg>
        <pc:spChg chg="add">
          <ac:chgData name="Uwitonze Pacific" userId="94f14c05aa9a1c9a" providerId="Windows Live" clId="Web-{FE75ECCE-36BA-412E-B33A-7B4CDADAAD8A}" dt="2025-12-07T12:44:05.177" v="90"/>
          <ac:spMkLst>
            <pc:docMk/>
            <pc:sldMk cId="2687017721" sldId="344"/>
            <ac:spMk id="44" creationId="{04B7AC44-1B7B-4F09-9AA4-3DFDEC5751A8}"/>
          </ac:spMkLst>
        </pc:spChg>
        <pc:spChg chg="add">
          <ac:chgData name="Uwitonze Pacific" userId="94f14c05aa9a1c9a" providerId="Windows Live" clId="Web-{FE75ECCE-36BA-412E-B33A-7B4CDADAAD8A}" dt="2025-12-07T12:44:05.177" v="90"/>
          <ac:spMkLst>
            <pc:docMk/>
            <pc:sldMk cId="2687017721" sldId="344"/>
            <ac:spMk id="46" creationId="{6683E473-94FF-4ACE-9433-1F14799E8907}"/>
          </ac:spMkLst>
        </pc:spChg>
        <pc:spChg chg="add">
          <ac:chgData name="Uwitonze Pacific" userId="94f14c05aa9a1c9a" providerId="Windows Live" clId="Web-{FE75ECCE-36BA-412E-B33A-7B4CDADAAD8A}" dt="2025-12-07T12:44:05.177" v="90"/>
          <ac:spMkLst>
            <pc:docMk/>
            <pc:sldMk cId="2687017721" sldId="344"/>
            <ac:spMk id="48" creationId="{B6EE7E08-B389-43E5-B019-1B0A8ACBBD93}"/>
          </ac:spMkLst>
        </pc:spChg>
        <pc:spChg chg="add">
          <ac:chgData name="Uwitonze Pacific" userId="94f14c05aa9a1c9a" providerId="Windows Live" clId="Web-{FE75ECCE-36BA-412E-B33A-7B4CDADAAD8A}" dt="2025-12-07T12:44:05.177" v="90"/>
          <ac:spMkLst>
            <pc:docMk/>
            <pc:sldMk cId="2687017721" sldId="344"/>
            <ac:spMk id="50" creationId="{E60D94A5-8A09-4BAB-8F7C-69BC34C54DDE}"/>
          </ac:spMkLst>
        </pc:spChg>
        <pc:spChg chg="add">
          <ac:chgData name="Uwitonze Pacific" userId="94f14c05aa9a1c9a" providerId="Windows Live" clId="Web-{FE75ECCE-36BA-412E-B33A-7B4CDADAAD8A}" dt="2025-12-07T12:44:05.177" v="90"/>
          <ac:spMkLst>
            <pc:docMk/>
            <pc:sldMk cId="2687017721" sldId="344"/>
            <ac:spMk id="52" creationId="{7A1AE32B-3A6E-4C5E-8FEB-73861B9A26B5}"/>
          </ac:spMkLst>
        </pc:spChg>
        <pc:picChg chg="mod">
          <ac:chgData name="Uwitonze Pacific" userId="94f14c05aa9a1c9a" providerId="Windows Live" clId="Web-{FE75ECCE-36BA-412E-B33A-7B4CDADAAD8A}" dt="2025-12-07T12:44:05.177" v="90"/>
          <ac:picMkLst>
            <pc:docMk/>
            <pc:sldMk cId="2687017721" sldId="344"/>
            <ac:picMk id="11" creationId="{E87AE04F-8851-23B3-C138-38CF15C5E561}"/>
          </ac:picMkLst>
        </pc:picChg>
      </pc:sldChg>
      <pc:sldChg chg="addSp delSp modSp mod setBg">
        <pc:chgData name="Uwitonze Pacific" userId="94f14c05aa9a1c9a" providerId="Windows Live" clId="Web-{FE75ECCE-36BA-412E-B33A-7B4CDADAAD8A}" dt="2025-12-07T12:44:24.538" v="91"/>
        <pc:sldMkLst>
          <pc:docMk/>
          <pc:sldMk cId="159221639" sldId="345"/>
        </pc:sldMkLst>
        <pc:spChg chg="mod">
          <ac:chgData name="Uwitonze Pacific" userId="94f14c05aa9a1c9a" providerId="Windows Live" clId="Web-{FE75ECCE-36BA-412E-B33A-7B4CDADAAD8A}" dt="2025-12-07T11:32:34.994" v="1"/>
          <ac:spMkLst>
            <pc:docMk/>
            <pc:sldMk cId="159221639" sldId="345"/>
            <ac:spMk id="2" creationId="{ACC5DDD6-CE5B-5487-E43C-2EA7091E2F54}"/>
          </ac:spMkLst>
        </pc:spChg>
        <pc:spChg chg="mod">
          <ac:chgData name="Uwitonze Pacific" userId="94f14c05aa9a1c9a" providerId="Windows Live" clId="Web-{FE75ECCE-36BA-412E-B33A-7B4CDADAAD8A}" dt="2025-12-07T11:32:34.994" v="1"/>
          <ac:spMkLst>
            <pc:docMk/>
            <pc:sldMk cId="159221639" sldId="345"/>
            <ac:spMk id="37" creationId="{A5CD5889-1D2F-B21C-F9EE-2D4B087C415D}"/>
          </ac:spMkLst>
        </pc:spChg>
        <pc:spChg chg="add del">
          <ac:chgData name="Uwitonze Pacific" userId="94f14c05aa9a1c9a" providerId="Windows Live" clId="Web-{FE75ECCE-36BA-412E-B33A-7B4CDADAAD8A}" dt="2025-12-07T12:44:24.538" v="91"/>
          <ac:spMkLst>
            <pc:docMk/>
            <pc:sldMk cId="159221639" sldId="345"/>
            <ac:spMk id="42" creationId="{1E94681D-2A4C-4A8D-B9B5-31D440D0328D}"/>
          </ac:spMkLst>
        </pc:spChg>
        <pc:spChg chg="add del">
          <ac:chgData name="Uwitonze Pacific" userId="94f14c05aa9a1c9a" providerId="Windows Live" clId="Web-{FE75ECCE-36BA-412E-B33A-7B4CDADAAD8A}" dt="2025-12-07T12:44:24.538" v="91"/>
          <ac:spMkLst>
            <pc:docMk/>
            <pc:sldMk cId="159221639" sldId="345"/>
            <ac:spMk id="44" creationId="{04B7AC44-1B7B-4F09-9AA4-3DFDEC5751A8}"/>
          </ac:spMkLst>
        </pc:spChg>
        <pc:spChg chg="add del">
          <ac:chgData name="Uwitonze Pacific" userId="94f14c05aa9a1c9a" providerId="Windows Live" clId="Web-{FE75ECCE-36BA-412E-B33A-7B4CDADAAD8A}" dt="2025-12-07T12:44:24.538" v="91"/>
          <ac:spMkLst>
            <pc:docMk/>
            <pc:sldMk cId="159221639" sldId="345"/>
            <ac:spMk id="46" creationId="{6683E473-94FF-4ACE-9433-1F14799E8907}"/>
          </ac:spMkLst>
        </pc:spChg>
        <pc:spChg chg="add del">
          <ac:chgData name="Uwitonze Pacific" userId="94f14c05aa9a1c9a" providerId="Windows Live" clId="Web-{FE75ECCE-36BA-412E-B33A-7B4CDADAAD8A}" dt="2025-12-07T12:44:24.538" v="91"/>
          <ac:spMkLst>
            <pc:docMk/>
            <pc:sldMk cId="159221639" sldId="345"/>
            <ac:spMk id="48" creationId="{0BBB6B01-5B73-410C-B70E-8CF2FA470D11}"/>
          </ac:spMkLst>
        </pc:spChg>
        <pc:spChg chg="add del">
          <ac:chgData name="Uwitonze Pacific" userId="94f14c05aa9a1c9a" providerId="Windows Live" clId="Web-{FE75ECCE-36BA-412E-B33A-7B4CDADAAD8A}" dt="2025-12-07T12:44:24.538" v="91"/>
          <ac:spMkLst>
            <pc:docMk/>
            <pc:sldMk cId="159221639" sldId="345"/>
            <ac:spMk id="50" creationId="{8712F587-12D0-435C-8E3F-F44C36EE71B8}"/>
          </ac:spMkLst>
        </pc:spChg>
        <pc:spChg chg="add">
          <ac:chgData name="Uwitonze Pacific" userId="94f14c05aa9a1c9a" providerId="Windows Live" clId="Web-{FE75ECCE-36BA-412E-B33A-7B4CDADAAD8A}" dt="2025-12-07T12:44:24.538" v="91"/>
          <ac:spMkLst>
            <pc:docMk/>
            <pc:sldMk cId="159221639" sldId="345"/>
            <ac:spMk id="55" creationId="{1E94681D-2A4C-4A8D-B9B5-31D440D0328D}"/>
          </ac:spMkLst>
        </pc:spChg>
        <pc:spChg chg="add">
          <ac:chgData name="Uwitonze Pacific" userId="94f14c05aa9a1c9a" providerId="Windows Live" clId="Web-{FE75ECCE-36BA-412E-B33A-7B4CDADAAD8A}" dt="2025-12-07T12:44:24.538" v="91"/>
          <ac:spMkLst>
            <pc:docMk/>
            <pc:sldMk cId="159221639" sldId="345"/>
            <ac:spMk id="57" creationId="{04B7AC44-1B7B-4F09-9AA4-3DFDEC5751A8}"/>
          </ac:spMkLst>
        </pc:spChg>
        <pc:spChg chg="add">
          <ac:chgData name="Uwitonze Pacific" userId="94f14c05aa9a1c9a" providerId="Windows Live" clId="Web-{FE75ECCE-36BA-412E-B33A-7B4CDADAAD8A}" dt="2025-12-07T12:44:24.538" v="91"/>
          <ac:spMkLst>
            <pc:docMk/>
            <pc:sldMk cId="159221639" sldId="345"/>
            <ac:spMk id="59" creationId="{6683E473-94FF-4ACE-9433-1F14799E8907}"/>
          </ac:spMkLst>
        </pc:spChg>
        <pc:spChg chg="add">
          <ac:chgData name="Uwitonze Pacific" userId="94f14c05aa9a1c9a" providerId="Windows Live" clId="Web-{FE75ECCE-36BA-412E-B33A-7B4CDADAAD8A}" dt="2025-12-07T12:44:24.538" v="91"/>
          <ac:spMkLst>
            <pc:docMk/>
            <pc:sldMk cId="159221639" sldId="345"/>
            <ac:spMk id="61" creationId="{0BBB6B01-5B73-410C-B70E-8CF2FA470D11}"/>
          </ac:spMkLst>
        </pc:spChg>
        <pc:spChg chg="add">
          <ac:chgData name="Uwitonze Pacific" userId="94f14c05aa9a1c9a" providerId="Windows Live" clId="Web-{FE75ECCE-36BA-412E-B33A-7B4CDADAAD8A}" dt="2025-12-07T12:44:24.538" v="91"/>
          <ac:spMkLst>
            <pc:docMk/>
            <pc:sldMk cId="159221639" sldId="345"/>
            <ac:spMk id="63" creationId="{8712F587-12D0-435C-8E3F-F44C36EE71B8}"/>
          </ac:spMkLst>
        </pc:spChg>
        <pc:picChg chg="mod">
          <ac:chgData name="Uwitonze Pacific" userId="94f14c05aa9a1c9a" providerId="Windows Live" clId="Web-{FE75ECCE-36BA-412E-B33A-7B4CDADAAD8A}" dt="2025-12-07T11:32:34.994" v="1"/>
          <ac:picMkLst>
            <pc:docMk/>
            <pc:sldMk cId="159221639" sldId="345"/>
            <ac:picMk id="11" creationId="{669269A6-92A3-B952-D350-62397533AEE7}"/>
          </ac:picMkLst>
        </pc:picChg>
      </pc:sldChg>
      <pc:sldChg chg="del">
        <pc:chgData name="Uwitonze Pacific" userId="94f14c05aa9a1c9a" providerId="Windows Live" clId="Web-{FE75ECCE-36BA-412E-B33A-7B4CDADAAD8A}" dt="2025-12-07T11:40:44.952" v="16"/>
        <pc:sldMkLst>
          <pc:docMk/>
          <pc:sldMk cId="2708122937" sldId="346"/>
        </pc:sldMkLst>
      </pc:sldChg>
      <pc:sldChg chg="del">
        <pc:chgData name="Uwitonze Pacific" userId="94f14c05aa9a1c9a" providerId="Windows Live" clId="Web-{FE75ECCE-36BA-412E-B33A-7B4CDADAAD8A}" dt="2025-12-07T11:44:25.117" v="40"/>
        <pc:sldMkLst>
          <pc:docMk/>
          <pc:sldMk cId="3189306417" sldId="347"/>
        </pc:sldMkLst>
      </pc:sldChg>
      <pc:sldChg chg="addSp delSp modSp mod setBg">
        <pc:chgData name="Uwitonze Pacific" userId="94f14c05aa9a1c9a" providerId="Windows Live" clId="Web-{FE75ECCE-36BA-412E-B33A-7B4CDADAAD8A}" dt="2025-12-07T12:46:28.313" v="104"/>
        <pc:sldMkLst>
          <pc:docMk/>
          <pc:sldMk cId="1470223518" sldId="348"/>
        </pc:sldMkLst>
        <pc:spChg chg="mod ord">
          <ac:chgData name="Uwitonze Pacific" userId="94f14c05aa9a1c9a" providerId="Windows Live" clId="Web-{FE75ECCE-36BA-412E-B33A-7B4CDADAAD8A}" dt="2025-12-07T12:46:28.313" v="104"/>
          <ac:spMkLst>
            <pc:docMk/>
            <pc:sldMk cId="1470223518" sldId="348"/>
            <ac:spMk id="2" creationId="{537F1E22-7909-C4FB-5856-4C7411512052}"/>
          </ac:spMkLst>
        </pc:spChg>
        <pc:spChg chg="mod">
          <ac:chgData name="Uwitonze Pacific" userId="94f14c05aa9a1c9a" providerId="Windows Live" clId="Web-{FE75ECCE-36BA-412E-B33A-7B4CDADAAD8A}" dt="2025-12-07T12:46:28.313" v="104"/>
          <ac:spMkLst>
            <pc:docMk/>
            <pc:sldMk cId="1470223518" sldId="348"/>
            <ac:spMk id="37" creationId="{77ACF206-8B46-5B26-FC5C-DDFB8F24044A}"/>
          </ac:spMkLst>
        </pc:spChg>
        <pc:spChg chg="add">
          <ac:chgData name="Uwitonze Pacific" userId="94f14c05aa9a1c9a" providerId="Windows Live" clId="Web-{FE75ECCE-36BA-412E-B33A-7B4CDADAAD8A}" dt="2025-12-07T12:45:43.888" v="94"/>
          <ac:spMkLst>
            <pc:docMk/>
            <pc:sldMk cId="1470223518" sldId="348"/>
            <ac:spMk id="42" creationId="{1E94681D-2A4C-4A8D-B9B5-31D440D0328D}"/>
          </ac:spMkLst>
        </pc:spChg>
        <pc:spChg chg="add del">
          <ac:chgData name="Uwitonze Pacific" userId="94f14c05aa9a1c9a" providerId="Windows Live" clId="Web-{FE75ECCE-36BA-412E-B33A-7B4CDADAAD8A}" dt="2025-12-07T12:46:28.313" v="104"/>
          <ac:spMkLst>
            <pc:docMk/>
            <pc:sldMk cId="1470223518" sldId="348"/>
            <ac:spMk id="44" creationId="{FB65ABA3-820C-4D75-9437-9EFA1ADFE134}"/>
          </ac:spMkLst>
        </pc:spChg>
        <pc:spChg chg="add">
          <ac:chgData name="Uwitonze Pacific" userId="94f14c05aa9a1c9a" providerId="Windows Live" clId="Web-{FE75ECCE-36BA-412E-B33A-7B4CDADAAD8A}" dt="2025-12-07T12:45:43.888" v="94"/>
          <ac:spMkLst>
            <pc:docMk/>
            <pc:sldMk cId="1470223518" sldId="348"/>
            <ac:spMk id="46" creationId="{036BF2FB-90D8-48DB-BD34-D040CDCFF208}"/>
          </ac:spMkLst>
        </pc:spChg>
        <pc:spChg chg="add del">
          <ac:chgData name="Uwitonze Pacific" userId="94f14c05aa9a1c9a" providerId="Windows Live" clId="Web-{FE75ECCE-36BA-412E-B33A-7B4CDADAAD8A}" dt="2025-12-07T12:46:28.313" v="104"/>
          <ac:spMkLst>
            <pc:docMk/>
            <pc:sldMk cId="1470223518" sldId="348"/>
            <ac:spMk id="48" creationId="{78632963-757B-40C2-BB84-FC6107A54DAD}"/>
          </ac:spMkLst>
        </pc:spChg>
        <pc:spChg chg="add del">
          <ac:chgData name="Uwitonze Pacific" userId="94f14c05aa9a1c9a" providerId="Windows Live" clId="Web-{FE75ECCE-36BA-412E-B33A-7B4CDADAAD8A}" dt="2025-12-07T12:46:28.313" v="104"/>
          <ac:spMkLst>
            <pc:docMk/>
            <pc:sldMk cId="1470223518" sldId="348"/>
            <ac:spMk id="50" creationId="{EE0D13DB-D099-4541-888D-DE0186F1C8F0}"/>
          </ac:spMkLst>
        </pc:spChg>
        <pc:spChg chg="add del">
          <ac:chgData name="Uwitonze Pacific" userId="94f14c05aa9a1c9a" providerId="Windows Live" clId="Web-{FE75ECCE-36BA-412E-B33A-7B4CDADAAD8A}" dt="2025-12-07T12:46:28.313" v="104"/>
          <ac:spMkLst>
            <pc:docMk/>
            <pc:sldMk cId="1470223518" sldId="348"/>
            <ac:spMk id="52" creationId="{2853AE55-7E35-44B0-89F1-3F52B262AF33}"/>
          </ac:spMkLst>
        </pc:spChg>
        <pc:spChg chg="add">
          <ac:chgData name="Uwitonze Pacific" userId="94f14c05aa9a1c9a" providerId="Windows Live" clId="Web-{FE75ECCE-36BA-412E-B33A-7B4CDADAAD8A}" dt="2025-12-07T12:45:43.888" v="94"/>
          <ac:spMkLst>
            <pc:docMk/>
            <pc:sldMk cId="1470223518" sldId="348"/>
            <ac:spMk id="54" creationId="{DBC4BE4D-4B50-4F51-9F85-4B5D60B02D81}"/>
          </ac:spMkLst>
        </pc:spChg>
        <pc:spChg chg="add">
          <ac:chgData name="Uwitonze Pacific" userId="94f14c05aa9a1c9a" providerId="Windows Live" clId="Web-{FE75ECCE-36BA-412E-B33A-7B4CDADAAD8A}" dt="2025-12-07T12:46:28.313" v="104"/>
          <ac:spMkLst>
            <pc:docMk/>
            <pc:sldMk cId="1470223518" sldId="348"/>
            <ac:spMk id="59" creationId="{1E94681D-2A4C-4A8D-B9B5-31D440D0328D}"/>
          </ac:spMkLst>
        </pc:spChg>
        <pc:spChg chg="add">
          <ac:chgData name="Uwitonze Pacific" userId="94f14c05aa9a1c9a" providerId="Windows Live" clId="Web-{FE75ECCE-36BA-412E-B33A-7B4CDADAAD8A}" dt="2025-12-07T12:46:28.313" v="104"/>
          <ac:spMkLst>
            <pc:docMk/>
            <pc:sldMk cId="1470223518" sldId="348"/>
            <ac:spMk id="61" creationId="{04B7AC44-1B7B-4F09-9AA4-3DFDEC5751A8}"/>
          </ac:spMkLst>
        </pc:spChg>
        <pc:spChg chg="add">
          <ac:chgData name="Uwitonze Pacific" userId="94f14c05aa9a1c9a" providerId="Windows Live" clId="Web-{FE75ECCE-36BA-412E-B33A-7B4CDADAAD8A}" dt="2025-12-07T12:46:28.313" v="104"/>
          <ac:spMkLst>
            <pc:docMk/>
            <pc:sldMk cId="1470223518" sldId="348"/>
            <ac:spMk id="63" creationId="{6683E473-94FF-4ACE-9433-1F14799E8907}"/>
          </ac:spMkLst>
        </pc:spChg>
        <pc:spChg chg="add">
          <ac:chgData name="Uwitonze Pacific" userId="94f14c05aa9a1c9a" providerId="Windows Live" clId="Web-{FE75ECCE-36BA-412E-B33A-7B4CDADAAD8A}" dt="2025-12-07T12:46:28.313" v="104"/>
          <ac:spMkLst>
            <pc:docMk/>
            <pc:sldMk cId="1470223518" sldId="348"/>
            <ac:spMk id="67" creationId="{8712F587-12D0-435C-8E3F-F44C36EE71B8}"/>
          </ac:spMkLst>
        </pc:spChg>
        <pc:picChg chg="mod">
          <ac:chgData name="Uwitonze Pacific" userId="94f14c05aa9a1c9a" providerId="Windows Live" clId="Web-{FE75ECCE-36BA-412E-B33A-7B4CDADAAD8A}" dt="2025-12-07T12:46:10.312" v="103"/>
          <ac:picMkLst>
            <pc:docMk/>
            <pc:sldMk cId="1470223518" sldId="348"/>
            <ac:picMk id="11" creationId="{FBA6D5B5-1365-0040-A05D-185FAF3EC029}"/>
          </ac:picMkLst>
        </pc:picChg>
      </pc:sldChg>
      <pc:sldChg chg="addSp modSp mod setBg">
        <pc:chgData name="Uwitonze Pacific" userId="94f14c05aa9a1c9a" providerId="Windows Live" clId="Web-{FE75ECCE-36BA-412E-B33A-7B4CDADAAD8A}" dt="2025-12-07T12:47:25.723" v="106"/>
        <pc:sldMkLst>
          <pc:docMk/>
          <pc:sldMk cId="1094413396" sldId="349"/>
        </pc:sldMkLst>
        <pc:spChg chg="mod">
          <ac:chgData name="Uwitonze Pacific" userId="94f14c05aa9a1c9a" providerId="Windows Live" clId="Web-{FE75ECCE-36BA-412E-B33A-7B4CDADAAD8A}" dt="2025-12-07T12:47:25.723" v="106"/>
          <ac:spMkLst>
            <pc:docMk/>
            <pc:sldMk cId="1094413396" sldId="349"/>
            <ac:spMk id="2" creationId="{52C998D2-A757-18CA-5AB7-3FAC869BC7FF}"/>
          </ac:spMkLst>
        </pc:spChg>
        <pc:spChg chg="mod">
          <ac:chgData name="Uwitonze Pacific" userId="94f14c05aa9a1c9a" providerId="Windows Live" clId="Web-{FE75ECCE-36BA-412E-B33A-7B4CDADAAD8A}" dt="2025-12-07T12:47:25.723" v="106"/>
          <ac:spMkLst>
            <pc:docMk/>
            <pc:sldMk cId="1094413396" sldId="349"/>
            <ac:spMk id="37" creationId="{78E5BAF9-3B95-1969-FC40-BF7E5505E7A1}"/>
          </ac:spMkLst>
        </pc:spChg>
        <pc:spChg chg="add">
          <ac:chgData name="Uwitonze Pacific" userId="94f14c05aa9a1c9a" providerId="Windows Live" clId="Web-{FE75ECCE-36BA-412E-B33A-7B4CDADAAD8A}" dt="2025-12-07T12:47:25.723" v="106"/>
          <ac:spMkLst>
            <pc:docMk/>
            <pc:sldMk cId="1094413396" sldId="349"/>
            <ac:spMk id="42" creationId="{1E94681D-2A4C-4A8D-B9B5-31D440D0328D}"/>
          </ac:spMkLst>
        </pc:spChg>
        <pc:spChg chg="add">
          <ac:chgData name="Uwitonze Pacific" userId="94f14c05aa9a1c9a" providerId="Windows Live" clId="Web-{FE75ECCE-36BA-412E-B33A-7B4CDADAAD8A}" dt="2025-12-07T12:47:25.723" v="106"/>
          <ac:spMkLst>
            <pc:docMk/>
            <pc:sldMk cId="1094413396" sldId="349"/>
            <ac:spMk id="44" creationId="{04B7AC44-1B7B-4F09-9AA4-3DFDEC5751A8}"/>
          </ac:spMkLst>
        </pc:spChg>
        <pc:spChg chg="add">
          <ac:chgData name="Uwitonze Pacific" userId="94f14c05aa9a1c9a" providerId="Windows Live" clId="Web-{FE75ECCE-36BA-412E-B33A-7B4CDADAAD8A}" dt="2025-12-07T12:47:25.723" v="106"/>
          <ac:spMkLst>
            <pc:docMk/>
            <pc:sldMk cId="1094413396" sldId="349"/>
            <ac:spMk id="46" creationId="{6683E473-94FF-4ACE-9433-1F14799E8907}"/>
          </ac:spMkLst>
        </pc:spChg>
        <pc:spChg chg="add">
          <ac:chgData name="Uwitonze Pacific" userId="94f14c05aa9a1c9a" providerId="Windows Live" clId="Web-{FE75ECCE-36BA-412E-B33A-7B4CDADAAD8A}" dt="2025-12-07T12:47:25.723" v="106"/>
          <ac:spMkLst>
            <pc:docMk/>
            <pc:sldMk cId="1094413396" sldId="349"/>
            <ac:spMk id="48" creationId="{0BBB6B01-5B73-410C-B70E-8CF2FA470D11}"/>
          </ac:spMkLst>
        </pc:spChg>
        <pc:spChg chg="add">
          <ac:chgData name="Uwitonze Pacific" userId="94f14c05aa9a1c9a" providerId="Windows Live" clId="Web-{FE75ECCE-36BA-412E-B33A-7B4CDADAAD8A}" dt="2025-12-07T12:47:25.723" v="106"/>
          <ac:spMkLst>
            <pc:docMk/>
            <pc:sldMk cId="1094413396" sldId="349"/>
            <ac:spMk id="50" creationId="{8712F587-12D0-435C-8E3F-F44C36EE71B8}"/>
          </ac:spMkLst>
        </pc:spChg>
        <pc:picChg chg="mod">
          <ac:chgData name="Uwitonze Pacific" userId="94f14c05aa9a1c9a" providerId="Windows Live" clId="Web-{FE75ECCE-36BA-412E-B33A-7B4CDADAAD8A}" dt="2025-12-07T12:47:25.723" v="106"/>
          <ac:picMkLst>
            <pc:docMk/>
            <pc:sldMk cId="1094413396" sldId="349"/>
            <ac:picMk id="11" creationId="{2D028698-FBFD-9009-CA10-1D252D4BC1DC}"/>
          </ac:picMkLst>
        </pc:picChg>
      </pc:sldChg>
      <pc:sldChg chg="addSp delSp modSp add replId">
        <pc:chgData name="Uwitonze Pacific" userId="94f14c05aa9a1c9a" providerId="Windows Live" clId="Web-{FE75ECCE-36BA-412E-B33A-7B4CDADAAD8A}" dt="2025-12-07T11:37:00.046" v="7"/>
        <pc:sldMkLst>
          <pc:docMk/>
          <pc:sldMk cId="4140351952" sldId="350"/>
        </pc:sldMkLst>
        <pc:spChg chg="mod">
          <ac:chgData name="Uwitonze Pacific" userId="94f14c05aa9a1c9a" providerId="Windows Live" clId="Web-{FE75ECCE-36BA-412E-B33A-7B4CDADAAD8A}" dt="2025-12-07T11:37:00.046" v="7"/>
          <ac:spMkLst>
            <pc:docMk/>
            <pc:sldMk cId="4140351952" sldId="350"/>
            <ac:spMk id="2" creationId="{6CADAA65-D24C-C5E3-E1BC-48ED5F81021F}"/>
          </ac:spMkLst>
        </pc:spChg>
        <pc:spChg chg="mod">
          <ac:chgData name="Uwitonze Pacific" userId="94f14c05aa9a1c9a" providerId="Windows Live" clId="Web-{FE75ECCE-36BA-412E-B33A-7B4CDADAAD8A}" dt="2025-12-07T11:37:00.046" v="7"/>
          <ac:spMkLst>
            <pc:docMk/>
            <pc:sldMk cId="4140351952" sldId="350"/>
            <ac:spMk id="37" creationId="{84EC885A-6F5D-744D-CD77-9F55C1BFE0F2}"/>
          </ac:spMkLst>
        </pc:spChg>
        <pc:spChg chg="del">
          <ac:chgData name="Uwitonze Pacific" userId="94f14c05aa9a1c9a" providerId="Windows Live" clId="Web-{FE75ECCE-36BA-412E-B33A-7B4CDADAAD8A}" dt="2025-12-07T11:37:00.046" v="7"/>
          <ac:spMkLst>
            <pc:docMk/>
            <pc:sldMk cId="4140351952" sldId="350"/>
            <ac:spMk id="42" creationId="{B20C9200-4A0D-A930-D61D-7808D2DD7CD5}"/>
          </ac:spMkLst>
        </pc:spChg>
        <pc:spChg chg="del">
          <ac:chgData name="Uwitonze Pacific" userId="94f14c05aa9a1c9a" providerId="Windows Live" clId="Web-{FE75ECCE-36BA-412E-B33A-7B4CDADAAD8A}" dt="2025-12-07T11:37:00.046" v="7"/>
          <ac:spMkLst>
            <pc:docMk/>
            <pc:sldMk cId="4140351952" sldId="350"/>
            <ac:spMk id="46" creationId="{68086FBE-E414-AA73-81AD-3A84932D91AA}"/>
          </ac:spMkLst>
        </pc:spChg>
        <pc:spChg chg="del">
          <ac:chgData name="Uwitonze Pacific" userId="94f14c05aa9a1c9a" providerId="Windows Live" clId="Web-{FE75ECCE-36BA-412E-B33A-7B4CDADAAD8A}" dt="2025-12-07T11:37:00.046" v="7"/>
          <ac:spMkLst>
            <pc:docMk/>
            <pc:sldMk cId="4140351952" sldId="350"/>
            <ac:spMk id="48" creationId="{EE083D03-7EB2-5F9E-999C-4271021BCBCB}"/>
          </ac:spMkLst>
        </pc:spChg>
        <pc:spChg chg="del">
          <ac:chgData name="Uwitonze Pacific" userId="94f14c05aa9a1c9a" providerId="Windows Live" clId="Web-{FE75ECCE-36BA-412E-B33A-7B4CDADAAD8A}" dt="2025-12-07T11:37:00.046" v="7"/>
          <ac:spMkLst>
            <pc:docMk/>
            <pc:sldMk cId="4140351952" sldId="350"/>
            <ac:spMk id="50" creationId="{4F99B25B-790D-2909-2DC9-C5CE31FE4A9F}"/>
          </ac:spMkLst>
        </pc:spChg>
        <pc:spChg chg="add">
          <ac:chgData name="Uwitonze Pacific" userId="94f14c05aa9a1c9a" providerId="Windows Live" clId="Web-{FE75ECCE-36BA-412E-B33A-7B4CDADAAD8A}" dt="2025-12-07T11:37:00.046" v="7"/>
          <ac:spMkLst>
            <pc:docMk/>
            <pc:sldMk cId="4140351952" sldId="350"/>
            <ac:spMk id="55" creationId="{1E94681D-2A4C-4A8D-B9B5-31D440D0328D}"/>
          </ac:spMkLst>
        </pc:spChg>
        <pc:spChg chg="add">
          <ac:chgData name="Uwitonze Pacific" userId="94f14c05aa9a1c9a" providerId="Windows Live" clId="Web-{FE75ECCE-36BA-412E-B33A-7B4CDADAAD8A}" dt="2025-12-07T11:37:00.046" v="7"/>
          <ac:spMkLst>
            <pc:docMk/>
            <pc:sldMk cId="4140351952" sldId="350"/>
            <ac:spMk id="59" creationId="{6683E473-94FF-4ACE-9433-1F14799E8907}"/>
          </ac:spMkLst>
        </pc:spChg>
        <pc:spChg chg="add">
          <ac:chgData name="Uwitonze Pacific" userId="94f14c05aa9a1c9a" providerId="Windows Live" clId="Web-{FE75ECCE-36BA-412E-B33A-7B4CDADAAD8A}" dt="2025-12-07T11:37:00.046" v="7"/>
          <ac:spMkLst>
            <pc:docMk/>
            <pc:sldMk cId="4140351952" sldId="350"/>
            <ac:spMk id="61" creationId="{0BBB6B01-5B73-410C-B70E-8CF2FA470D11}"/>
          </ac:spMkLst>
        </pc:spChg>
        <pc:spChg chg="add">
          <ac:chgData name="Uwitonze Pacific" userId="94f14c05aa9a1c9a" providerId="Windows Live" clId="Web-{FE75ECCE-36BA-412E-B33A-7B4CDADAAD8A}" dt="2025-12-07T11:37:00.046" v="7"/>
          <ac:spMkLst>
            <pc:docMk/>
            <pc:sldMk cId="4140351952" sldId="350"/>
            <ac:spMk id="63" creationId="{8712F587-12D0-435C-8E3F-F44C36EE71B8}"/>
          </ac:spMkLst>
        </pc:spChg>
        <pc:picChg chg="mod">
          <ac:chgData name="Uwitonze Pacific" userId="94f14c05aa9a1c9a" providerId="Windows Live" clId="Web-{FE75ECCE-36BA-412E-B33A-7B4CDADAAD8A}" dt="2025-12-07T11:36:23.748" v="3"/>
          <ac:picMkLst>
            <pc:docMk/>
            <pc:sldMk cId="4140351952" sldId="350"/>
            <ac:picMk id="11" creationId="{5CED91D4-CA03-6D2F-59A3-F88033374560}"/>
          </ac:picMkLst>
        </pc:picChg>
      </pc:sldChg>
      <pc:sldChg chg="addSp delSp modSp add mod replId setClrOvrMap">
        <pc:chgData name="Uwitonze Pacific" userId="94f14c05aa9a1c9a" providerId="Windows Live" clId="Web-{FE75ECCE-36BA-412E-B33A-7B4CDADAAD8A}" dt="2025-12-07T12:44:48.837" v="93"/>
        <pc:sldMkLst>
          <pc:docMk/>
          <pc:sldMk cId="2854169135" sldId="351"/>
        </pc:sldMkLst>
        <pc:spChg chg="mod">
          <ac:chgData name="Uwitonze Pacific" userId="94f14c05aa9a1c9a" providerId="Windows Live" clId="Web-{FE75ECCE-36BA-412E-B33A-7B4CDADAAD8A}" dt="2025-12-07T12:44:48.837" v="93"/>
          <ac:spMkLst>
            <pc:docMk/>
            <pc:sldMk cId="2854169135" sldId="351"/>
            <ac:spMk id="5" creationId="{2D5C725D-215D-59E4-19D9-2ED4C3A1C02E}"/>
          </ac:spMkLst>
        </pc:spChg>
        <pc:spChg chg="mod">
          <ac:chgData name="Uwitonze Pacific" userId="94f14c05aa9a1c9a" providerId="Windows Live" clId="Web-{FE75ECCE-36BA-412E-B33A-7B4CDADAAD8A}" dt="2025-12-07T12:44:48.837" v="93"/>
          <ac:spMkLst>
            <pc:docMk/>
            <pc:sldMk cId="2854169135" sldId="351"/>
            <ac:spMk id="6" creationId="{5283A1BD-6BBD-EE64-1C9C-1C3DEA76D340}"/>
          </ac:spMkLst>
        </pc:spChg>
        <pc:spChg chg="del">
          <ac:chgData name="Uwitonze Pacific" userId="94f14c05aa9a1c9a" providerId="Windows Live" clId="Web-{FE75ECCE-36BA-412E-B33A-7B4CDADAAD8A}" dt="2025-12-07T12:44:48.837" v="93"/>
          <ac:spMkLst>
            <pc:docMk/>
            <pc:sldMk cId="2854169135" sldId="351"/>
            <ac:spMk id="45" creationId="{00837F5A-80B4-AD50-4DF4-7FD69549166E}"/>
          </ac:spMkLst>
        </pc:spChg>
        <pc:spChg chg="del">
          <ac:chgData name="Uwitonze Pacific" userId="94f14c05aa9a1c9a" providerId="Windows Live" clId="Web-{FE75ECCE-36BA-412E-B33A-7B4CDADAAD8A}" dt="2025-12-07T12:44:48.837" v="93"/>
          <ac:spMkLst>
            <pc:docMk/>
            <pc:sldMk cId="2854169135" sldId="351"/>
            <ac:spMk id="47" creationId="{68A7867E-421B-A974-E364-D762796450D4}"/>
          </ac:spMkLst>
        </pc:spChg>
        <pc:spChg chg="del">
          <ac:chgData name="Uwitonze Pacific" userId="94f14c05aa9a1c9a" providerId="Windows Live" clId="Web-{FE75ECCE-36BA-412E-B33A-7B4CDADAAD8A}" dt="2025-12-07T12:44:48.837" v="93"/>
          <ac:spMkLst>
            <pc:docMk/>
            <pc:sldMk cId="2854169135" sldId="351"/>
            <ac:spMk id="49" creationId="{D0A39118-22F6-ECB0-99C8-43350CF93523}"/>
          </ac:spMkLst>
        </pc:spChg>
        <pc:spChg chg="del">
          <ac:chgData name="Uwitonze Pacific" userId="94f14c05aa9a1c9a" providerId="Windows Live" clId="Web-{FE75ECCE-36BA-412E-B33A-7B4CDADAAD8A}" dt="2025-12-07T12:44:48.837" v="93"/>
          <ac:spMkLst>
            <pc:docMk/>
            <pc:sldMk cId="2854169135" sldId="351"/>
            <ac:spMk id="55" creationId="{27CFE3F8-9A74-E496-AF7A-20A576634573}"/>
          </ac:spMkLst>
        </pc:spChg>
        <pc:spChg chg="add">
          <ac:chgData name="Uwitonze Pacific" userId="94f14c05aa9a1c9a" providerId="Windows Live" clId="Web-{FE75ECCE-36BA-412E-B33A-7B4CDADAAD8A}" dt="2025-12-07T12:44:48.837" v="93"/>
          <ac:spMkLst>
            <pc:docMk/>
            <pc:sldMk cId="2854169135" sldId="351"/>
            <ac:spMk id="62" creationId="{7CBCD26A-BD2E-4E94-A8F8-A4B67923FDFA}"/>
          </ac:spMkLst>
        </pc:spChg>
        <pc:spChg chg="add">
          <ac:chgData name="Uwitonze Pacific" userId="94f14c05aa9a1c9a" providerId="Windows Live" clId="Web-{FE75ECCE-36BA-412E-B33A-7B4CDADAAD8A}" dt="2025-12-07T12:44:48.837" v="93"/>
          <ac:spMkLst>
            <pc:docMk/>
            <pc:sldMk cId="2854169135" sldId="351"/>
            <ac:spMk id="64" creationId="{ED0D337F-FB00-4E19-BBDA-8485C8ABB506}"/>
          </ac:spMkLst>
        </pc:spChg>
        <pc:spChg chg="add">
          <ac:chgData name="Uwitonze Pacific" userId="94f14c05aa9a1c9a" providerId="Windows Live" clId="Web-{FE75ECCE-36BA-412E-B33A-7B4CDADAAD8A}" dt="2025-12-07T12:44:48.837" v="93"/>
          <ac:spMkLst>
            <pc:docMk/>
            <pc:sldMk cId="2854169135" sldId="351"/>
            <ac:spMk id="68" creationId="{2853AE55-7E35-44B0-89F1-3F52B262AF33}"/>
          </ac:spMkLst>
        </pc:spChg>
        <pc:spChg chg="add">
          <ac:chgData name="Uwitonze Pacific" userId="94f14c05aa9a1c9a" providerId="Windows Live" clId="Web-{FE75ECCE-36BA-412E-B33A-7B4CDADAAD8A}" dt="2025-12-07T12:44:48.837" v="93"/>
          <ac:spMkLst>
            <pc:docMk/>
            <pc:sldMk cId="2854169135" sldId="351"/>
            <ac:spMk id="70" creationId="{DBC4BE4D-4B50-4F51-9F85-4B5D60B02D81}"/>
          </ac:spMkLst>
        </pc:spChg>
        <pc:picChg chg="mod">
          <ac:chgData name="Uwitonze Pacific" userId="94f14c05aa9a1c9a" providerId="Windows Live" clId="Web-{FE75ECCE-36BA-412E-B33A-7B4CDADAAD8A}" dt="2025-12-07T11:43:50.335" v="39"/>
          <ac:picMkLst>
            <pc:docMk/>
            <pc:sldMk cId="2854169135" sldId="351"/>
            <ac:picMk id="17" creationId="{6732B2B8-F8A1-B30A-68CA-53FFB1742C56}"/>
          </ac:picMkLst>
        </pc:picChg>
        <pc:picChg chg="mod">
          <ac:chgData name="Uwitonze Pacific" userId="94f14c05aa9a1c9a" providerId="Windows Live" clId="Web-{FE75ECCE-36BA-412E-B33A-7B4CDADAAD8A}" dt="2025-12-07T11:43:18.849" v="38"/>
          <ac:picMkLst>
            <pc:docMk/>
            <pc:sldMk cId="2854169135" sldId="351"/>
            <ac:picMk id="21" creationId="{2FE1C86B-37F2-EDBB-DAD3-C70CAA0C5E9E}"/>
          </ac:picMkLst>
        </pc:picChg>
      </pc:sldChg>
    </pc:docChg>
  </pc:docChgLst>
  <pc:docChgLst>
    <pc:chgData name="Uwitonze Pacific" userId="94f14c05aa9a1c9a" providerId="Windows Live" clId="Web-{30FA9423-3D9D-4C44-995E-FE1A0A6D8A32}"/>
    <pc:docChg chg="delSld modSld">
      <pc:chgData name="Uwitonze Pacific" userId="94f14c05aa9a1c9a" providerId="Windows Live" clId="Web-{30FA9423-3D9D-4C44-995E-FE1A0A6D8A32}" dt="2025-12-07T17:03:02.959" v="109" actId="20577"/>
      <pc:docMkLst>
        <pc:docMk/>
      </pc:docMkLst>
      <pc:sldChg chg="modSp">
        <pc:chgData name="Uwitonze Pacific" userId="94f14c05aa9a1c9a" providerId="Windows Live" clId="Web-{30FA9423-3D9D-4C44-995E-FE1A0A6D8A32}" dt="2025-12-07T16:52:02.877" v="68" actId="20577"/>
        <pc:sldMkLst>
          <pc:docMk/>
          <pc:sldMk cId="2259308896" sldId="256"/>
        </pc:sldMkLst>
        <pc:spChg chg="mod">
          <ac:chgData name="Uwitonze Pacific" userId="94f14c05aa9a1c9a" providerId="Windows Live" clId="Web-{30FA9423-3D9D-4C44-995E-FE1A0A6D8A32}" dt="2025-12-07T16:52:02.877" v="68" actId="20577"/>
          <ac:spMkLst>
            <pc:docMk/>
            <pc:sldMk cId="2259308896" sldId="256"/>
            <ac:spMk id="2" creationId="{51DF3D98-3C30-4CFC-8643-C81E829C8C25}"/>
          </ac:spMkLst>
        </pc:spChg>
        <pc:spChg chg="mod">
          <ac:chgData name="Uwitonze Pacific" userId="94f14c05aa9a1c9a" providerId="Windows Live" clId="Web-{30FA9423-3D9D-4C44-995E-FE1A0A6D8A32}" dt="2025-12-07T16:45:54.362" v="5" actId="20577"/>
          <ac:spMkLst>
            <pc:docMk/>
            <pc:sldMk cId="2259308896" sldId="256"/>
            <ac:spMk id="3" creationId="{A068D447-28D3-4F5F-B2DC-FD67E9015868}"/>
          </ac:spMkLst>
        </pc:spChg>
      </pc:sldChg>
      <pc:sldChg chg="modSp">
        <pc:chgData name="Uwitonze Pacific" userId="94f14c05aa9a1c9a" providerId="Windows Live" clId="Web-{30FA9423-3D9D-4C44-995E-FE1A0A6D8A32}" dt="2025-12-07T17:03:02.959" v="109" actId="20577"/>
        <pc:sldMkLst>
          <pc:docMk/>
          <pc:sldMk cId="520594114" sldId="337"/>
        </pc:sldMkLst>
        <pc:spChg chg="mod">
          <ac:chgData name="Uwitonze Pacific" userId="94f14c05aa9a1c9a" providerId="Windows Live" clId="Web-{30FA9423-3D9D-4C44-995E-FE1A0A6D8A32}" dt="2025-12-07T16:47:08.990" v="12" actId="20577"/>
          <ac:spMkLst>
            <pc:docMk/>
            <pc:sldMk cId="520594114" sldId="337"/>
            <ac:spMk id="2" creationId="{378C802F-C74D-41A2-8127-19D4F8EE42F4}"/>
          </ac:spMkLst>
        </pc:spChg>
        <pc:spChg chg="mod">
          <ac:chgData name="Uwitonze Pacific" userId="94f14c05aa9a1c9a" providerId="Windows Live" clId="Web-{30FA9423-3D9D-4C44-995E-FE1A0A6D8A32}" dt="2025-12-07T17:03:02.959" v="109" actId="20577"/>
          <ac:spMkLst>
            <pc:docMk/>
            <pc:sldMk cId="520594114" sldId="337"/>
            <ac:spMk id="37" creationId="{E4A54726-4483-4264-B2EC-04C460B0BD95}"/>
          </ac:spMkLst>
        </pc:spChg>
      </pc:sldChg>
      <pc:sldChg chg="modSp">
        <pc:chgData name="Uwitonze Pacific" userId="94f14c05aa9a1c9a" providerId="Windows Live" clId="Web-{30FA9423-3D9D-4C44-995E-FE1A0A6D8A32}" dt="2025-12-07T16:51:16.733" v="31" actId="20577"/>
        <pc:sldMkLst>
          <pc:docMk/>
          <pc:sldMk cId="1489269496" sldId="339"/>
        </pc:sldMkLst>
        <pc:spChg chg="mod">
          <ac:chgData name="Uwitonze Pacific" userId="94f14c05aa9a1c9a" providerId="Windows Live" clId="Web-{30FA9423-3D9D-4C44-995E-FE1A0A6D8A32}" dt="2025-12-07T16:51:16.733" v="31" actId="20577"/>
          <ac:spMkLst>
            <pc:docMk/>
            <pc:sldMk cId="1489269496" sldId="339"/>
            <ac:spMk id="6" creationId="{1899EE03-8C56-4610-97B8-669F47CC4601}"/>
          </ac:spMkLst>
        </pc:spChg>
      </pc:sldChg>
      <pc:sldChg chg="modSp">
        <pc:chgData name="Uwitonze Pacific" userId="94f14c05aa9a1c9a" providerId="Windows Live" clId="Web-{30FA9423-3D9D-4C44-995E-FE1A0A6D8A32}" dt="2025-12-07T16:52:45.114" v="71" actId="20577"/>
        <pc:sldMkLst>
          <pc:docMk/>
          <pc:sldMk cId="3103866879" sldId="341"/>
        </pc:sldMkLst>
        <pc:spChg chg="mod">
          <ac:chgData name="Uwitonze Pacific" userId="94f14c05aa9a1c9a" providerId="Windows Live" clId="Web-{30FA9423-3D9D-4C44-995E-FE1A0A6D8A32}" dt="2025-12-07T16:52:44.895" v="70" actId="20577"/>
          <ac:spMkLst>
            <pc:docMk/>
            <pc:sldMk cId="3103866879" sldId="341"/>
            <ac:spMk id="6" creationId="{FCC00F2F-2F9A-4287-AE30-766758F16A24}"/>
          </ac:spMkLst>
        </pc:spChg>
        <pc:spChg chg="mod">
          <ac:chgData name="Uwitonze Pacific" userId="94f14c05aa9a1c9a" providerId="Windows Live" clId="Web-{30FA9423-3D9D-4C44-995E-FE1A0A6D8A32}" dt="2025-12-07T16:52:45.114" v="71" actId="20577"/>
          <ac:spMkLst>
            <pc:docMk/>
            <pc:sldMk cId="3103866879" sldId="341"/>
            <ac:spMk id="7" creationId="{5B54BBB9-EC3F-40DE-A3C5-72ADF697AC27}"/>
          </ac:spMkLst>
        </pc:spChg>
      </pc:sldChg>
      <pc:sldChg chg="modSp del">
        <pc:chgData name="Uwitonze Pacific" userId="94f14c05aa9a1c9a" providerId="Windows Live" clId="Web-{30FA9423-3D9D-4C44-995E-FE1A0A6D8A32}" dt="2025-12-07T17:01:50.771" v="98"/>
        <pc:sldMkLst>
          <pc:docMk/>
          <pc:sldMk cId="2813852394" sldId="343"/>
        </pc:sldMkLst>
        <pc:spChg chg="mod">
          <ac:chgData name="Uwitonze Pacific" userId="94f14c05aa9a1c9a" providerId="Windows Live" clId="Web-{30FA9423-3D9D-4C44-995E-FE1A0A6D8A32}" dt="2025-12-07T16:49:57.774" v="15" actId="20577"/>
          <ac:spMkLst>
            <pc:docMk/>
            <pc:sldMk cId="2813852394" sldId="343"/>
            <ac:spMk id="2" creationId="{5B0B3649-860C-A331-C32B-396C0E1C0A04}"/>
          </ac:spMkLst>
        </pc:spChg>
        <pc:spChg chg="mod">
          <ac:chgData name="Uwitonze Pacific" userId="94f14c05aa9a1c9a" providerId="Windows Live" clId="Web-{30FA9423-3D9D-4C44-995E-FE1A0A6D8A32}" dt="2025-12-07T16:49:58.086" v="16" actId="20577"/>
          <ac:spMkLst>
            <pc:docMk/>
            <pc:sldMk cId="2813852394" sldId="343"/>
            <ac:spMk id="37" creationId="{CE941BD3-E91B-9335-6728-4CB92E196613}"/>
          </ac:spMkLst>
        </pc:spChg>
      </pc:sldChg>
      <pc:sldChg chg="modSp">
        <pc:chgData name="Uwitonze Pacific" userId="94f14c05aa9a1c9a" providerId="Windows Live" clId="Web-{30FA9423-3D9D-4C44-995E-FE1A0A6D8A32}" dt="2025-12-07T16:51:15.718" v="21" actId="20577"/>
        <pc:sldMkLst>
          <pc:docMk/>
          <pc:sldMk cId="2687017721" sldId="344"/>
        </pc:sldMkLst>
        <pc:spChg chg="mod">
          <ac:chgData name="Uwitonze Pacific" userId="94f14c05aa9a1c9a" providerId="Windows Live" clId="Web-{30FA9423-3D9D-4C44-995E-FE1A0A6D8A32}" dt="2025-12-07T16:49:58.180" v="18" actId="20577"/>
          <ac:spMkLst>
            <pc:docMk/>
            <pc:sldMk cId="2687017721" sldId="344"/>
            <ac:spMk id="2" creationId="{A5682BBD-B6D2-B99D-3A91-65161441A481}"/>
          </ac:spMkLst>
        </pc:spChg>
        <pc:spChg chg="mod">
          <ac:chgData name="Uwitonze Pacific" userId="94f14c05aa9a1c9a" providerId="Windows Live" clId="Web-{30FA9423-3D9D-4C44-995E-FE1A0A6D8A32}" dt="2025-12-07T16:51:15.718" v="21" actId="20577"/>
          <ac:spMkLst>
            <pc:docMk/>
            <pc:sldMk cId="2687017721" sldId="344"/>
            <ac:spMk id="37" creationId="{9257F473-CD27-64A1-D371-07BD0B329F70}"/>
          </ac:spMkLst>
        </pc:spChg>
      </pc:sldChg>
      <pc:sldChg chg="modSp">
        <pc:chgData name="Uwitonze Pacific" userId="94f14c05aa9a1c9a" providerId="Windows Live" clId="Web-{30FA9423-3D9D-4C44-995E-FE1A0A6D8A32}" dt="2025-12-07T16:51:15.858" v="23" actId="20577"/>
        <pc:sldMkLst>
          <pc:docMk/>
          <pc:sldMk cId="159221639" sldId="345"/>
        </pc:sldMkLst>
        <pc:spChg chg="mod">
          <ac:chgData name="Uwitonze Pacific" userId="94f14c05aa9a1c9a" providerId="Windows Live" clId="Web-{30FA9423-3D9D-4C44-995E-FE1A0A6D8A32}" dt="2025-12-07T16:51:15.858" v="23" actId="20577"/>
          <ac:spMkLst>
            <pc:docMk/>
            <pc:sldMk cId="159221639" sldId="345"/>
            <ac:spMk id="37" creationId="{A5CD5889-1D2F-B21C-F9EE-2D4B087C415D}"/>
          </ac:spMkLst>
        </pc:spChg>
      </pc:sldChg>
      <pc:sldChg chg="modSp">
        <pc:chgData name="Uwitonze Pacific" userId="94f14c05aa9a1c9a" providerId="Windows Live" clId="Web-{30FA9423-3D9D-4C44-995E-FE1A0A6D8A32}" dt="2025-12-07T16:54:04.446" v="79" actId="20577"/>
        <pc:sldMkLst>
          <pc:docMk/>
          <pc:sldMk cId="1470223518" sldId="348"/>
        </pc:sldMkLst>
        <pc:spChg chg="mod">
          <ac:chgData name="Uwitonze Pacific" userId="94f14c05aa9a1c9a" providerId="Windows Live" clId="Web-{30FA9423-3D9D-4C44-995E-FE1A0A6D8A32}" dt="2025-12-07T16:54:04.446" v="79" actId="20577"/>
          <ac:spMkLst>
            <pc:docMk/>
            <pc:sldMk cId="1470223518" sldId="348"/>
            <ac:spMk id="37" creationId="{77ACF206-8B46-5B26-FC5C-DDFB8F24044A}"/>
          </ac:spMkLst>
        </pc:spChg>
      </pc:sldChg>
      <pc:sldChg chg="modSp">
        <pc:chgData name="Uwitonze Pacific" userId="94f14c05aa9a1c9a" providerId="Windows Live" clId="Web-{30FA9423-3D9D-4C44-995E-FE1A0A6D8A32}" dt="2025-12-07T16:53:38.398" v="76" actId="20577"/>
        <pc:sldMkLst>
          <pc:docMk/>
          <pc:sldMk cId="1094413396" sldId="349"/>
        </pc:sldMkLst>
        <pc:spChg chg="mod">
          <ac:chgData name="Uwitonze Pacific" userId="94f14c05aa9a1c9a" providerId="Windows Live" clId="Web-{30FA9423-3D9D-4C44-995E-FE1A0A6D8A32}" dt="2025-12-07T16:53:38.398" v="76" actId="20577"/>
          <ac:spMkLst>
            <pc:docMk/>
            <pc:sldMk cId="1094413396" sldId="349"/>
            <ac:spMk id="2" creationId="{52C998D2-A757-18CA-5AB7-3FAC869BC7FF}"/>
          </ac:spMkLst>
        </pc:spChg>
        <pc:spChg chg="mod">
          <ac:chgData name="Uwitonze Pacific" userId="94f14c05aa9a1c9a" providerId="Windows Live" clId="Web-{30FA9423-3D9D-4C44-995E-FE1A0A6D8A32}" dt="2025-12-07T16:53:24.413" v="74" actId="20577"/>
          <ac:spMkLst>
            <pc:docMk/>
            <pc:sldMk cId="1094413396" sldId="349"/>
            <ac:spMk id="37" creationId="{78E5BAF9-3B95-1969-FC40-BF7E5505E7A1}"/>
          </ac:spMkLst>
        </pc:spChg>
      </pc:sldChg>
      <pc:sldChg chg="modSp">
        <pc:chgData name="Uwitonze Pacific" userId="94f14c05aa9a1c9a" providerId="Windows Live" clId="Web-{30FA9423-3D9D-4C44-995E-FE1A0A6D8A32}" dt="2025-12-07T16:51:16.546" v="29" actId="20577"/>
        <pc:sldMkLst>
          <pc:docMk/>
          <pc:sldMk cId="4140351952" sldId="350"/>
        </pc:sldMkLst>
        <pc:spChg chg="mod">
          <ac:chgData name="Uwitonze Pacific" userId="94f14c05aa9a1c9a" providerId="Windows Live" clId="Web-{30FA9423-3D9D-4C44-995E-FE1A0A6D8A32}" dt="2025-12-07T16:51:16.546" v="29" actId="20577"/>
          <ac:spMkLst>
            <pc:docMk/>
            <pc:sldMk cId="4140351952" sldId="350"/>
            <ac:spMk id="2" creationId="{6CADAA65-D24C-C5E3-E1BC-48ED5F81021F}"/>
          </ac:spMkLst>
        </pc:spChg>
        <pc:spChg chg="mod">
          <ac:chgData name="Uwitonze Pacific" userId="94f14c05aa9a1c9a" providerId="Windows Live" clId="Web-{30FA9423-3D9D-4C44-995E-FE1A0A6D8A32}" dt="2025-12-07T16:51:16.452" v="27" actId="20577"/>
          <ac:spMkLst>
            <pc:docMk/>
            <pc:sldMk cId="4140351952" sldId="350"/>
            <ac:spMk id="37" creationId="{84EC885A-6F5D-744D-CD77-9F55C1BFE0F2}"/>
          </ac:spMkLst>
        </pc:spChg>
        <pc:spChg chg="mod">
          <ac:chgData name="Uwitonze Pacific" userId="94f14c05aa9a1c9a" providerId="Windows Live" clId="Web-{30FA9423-3D9D-4C44-995E-FE1A0A6D8A32}" dt="2025-12-07T16:51:16.343" v="25" actId="20577"/>
          <ac:spMkLst>
            <pc:docMk/>
            <pc:sldMk cId="4140351952" sldId="350"/>
            <ac:spMk id="55" creationId="{1E94681D-2A4C-4A8D-B9B5-31D440D0328D}"/>
          </ac:spMkLst>
        </pc:spChg>
      </pc:sldChg>
      <pc:sldChg chg="modSp">
        <pc:chgData name="Uwitonze Pacific" userId="94f14c05aa9a1c9a" providerId="Windows Live" clId="Web-{30FA9423-3D9D-4C44-995E-FE1A0A6D8A32}" dt="2025-12-07T16:54:46.854" v="84" actId="20577"/>
        <pc:sldMkLst>
          <pc:docMk/>
          <pc:sldMk cId="2854169135" sldId="351"/>
        </pc:sldMkLst>
        <pc:spChg chg="mod">
          <ac:chgData name="Uwitonze Pacific" userId="94f14c05aa9a1c9a" providerId="Windows Live" clId="Web-{30FA9423-3D9D-4C44-995E-FE1A0A6D8A32}" dt="2025-12-07T16:54:46.854" v="84" actId="20577"/>
          <ac:spMkLst>
            <pc:docMk/>
            <pc:sldMk cId="2854169135" sldId="351"/>
            <ac:spMk id="5" creationId="{2D5C725D-215D-59E4-19D9-2ED4C3A1C02E}"/>
          </ac:spMkLst>
        </pc:spChg>
        <pc:spChg chg="mod">
          <ac:chgData name="Uwitonze Pacific" userId="94f14c05aa9a1c9a" providerId="Windows Live" clId="Web-{30FA9423-3D9D-4C44-995E-FE1A0A6D8A32}" dt="2025-12-07T16:54:30.244" v="83" actId="20577"/>
          <ac:spMkLst>
            <pc:docMk/>
            <pc:sldMk cId="2854169135" sldId="351"/>
            <ac:spMk id="6" creationId="{5283A1BD-6BBD-EE64-1C9C-1C3DEA76D340}"/>
          </ac:spMkLst>
        </pc:spChg>
      </pc:sldChg>
    </pc:docChg>
  </pc:docChgLst>
  <pc:docChgLst>
    <pc:chgData name="Uwitonze Pacific" userId="94f14c05aa9a1c9a" providerId="Windows Live" clId="Web-{F1A30A5F-AD8D-4477-8DBC-1FA709D9A1AF}"/>
    <pc:docChg chg="modSld">
      <pc:chgData name="Uwitonze Pacific" userId="94f14c05aa9a1c9a" providerId="Windows Live" clId="Web-{F1A30A5F-AD8D-4477-8DBC-1FA709D9A1AF}" dt="2025-12-07T13:33:30.020" v="27"/>
      <pc:docMkLst>
        <pc:docMk/>
      </pc:docMkLst>
      <pc:sldChg chg="modSp">
        <pc:chgData name="Uwitonze Pacific" userId="94f14c05aa9a1c9a" providerId="Windows Live" clId="Web-{F1A30A5F-AD8D-4477-8DBC-1FA709D9A1AF}" dt="2025-12-07T13:29:19.843" v="10" actId="1076"/>
        <pc:sldMkLst>
          <pc:docMk/>
          <pc:sldMk cId="2259308896" sldId="256"/>
        </pc:sldMkLst>
        <pc:spChg chg="mod">
          <ac:chgData name="Uwitonze Pacific" userId="94f14c05aa9a1c9a" providerId="Windows Live" clId="Web-{F1A30A5F-AD8D-4477-8DBC-1FA709D9A1AF}" dt="2025-12-07T13:28:58.108" v="9" actId="20577"/>
          <ac:spMkLst>
            <pc:docMk/>
            <pc:sldMk cId="2259308896" sldId="256"/>
            <ac:spMk id="2" creationId="{51DF3D98-3C30-4CFC-8643-C81E829C8C25}"/>
          </ac:spMkLst>
        </pc:spChg>
        <pc:spChg chg="mod">
          <ac:chgData name="Uwitonze Pacific" userId="94f14c05aa9a1c9a" providerId="Windows Live" clId="Web-{F1A30A5F-AD8D-4477-8DBC-1FA709D9A1AF}" dt="2025-12-07T13:29:19.843" v="10" actId="1076"/>
          <ac:spMkLst>
            <pc:docMk/>
            <pc:sldMk cId="2259308896" sldId="256"/>
            <ac:spMk id="3" creationId="{A068D447-28D3-4F5F-B2DC-FD67E9015868}"/>
          </ac:spMkLst>
        </pc:spChg>
      </pc:sldChg>
      <pc:sldChg chg="modSp">
        <pc:chgData name="Uwitonze Pacific" userId="94f14c05aa9a1c9a" providerId="Windows Live" clId="Web-{F1A30A5F-AD8D-4477-8DBC-1FA709D9A1AF}" dt="2025-12-07T13:30:09.781" v="21" actId="20577"/>
        <pc:sldMkLst>
          <pc:docMk/>
          <pc:sldMk cId="520594114" sldId="337"/>
        </pc:sldMkLst>
        <pc:spChg chg="mod">
          <ac:chgData name="Uwitonze Pacific" userId="94f14c05aa9a1c9a" providerId="Windows Live" clId="Web-{F1A30A5F-AD8D-4477-8DBC-1FA709D9A1AF}" dt="2025-12-07T13:30:09.781" v="21" actId="20577"/>
          <ac:spMkLst>
            <pc:docMk/>
            <pc:sldMk cId="520594114" sldId="337"/>
            <ac:spMk id="37" creationId="{E4A54726-4483-4264-B2EC-04C460B0BD95}"/>
          </ac:spMkLst>
        </pc:spChg>
      </pc:sldChg>
      <pc:sldChg chg="addSp delSp modSp mod setBg setClrOvrMap">
        <pc:chgData name="Uwitonze Pacific" userId="94f14c05aa9a1c9a" providerId="Windows Live" clId="Web-{F1A30A5F-AD8D-4477-8DBC-1FA709D9A1AF}" dt="2025-12-07T13:33:30.020" v="27"/>
        <pc:sldMkLst>
          <pc:docMk/>
          <pc:sldMk cId="3103866879" sldId="341"/>
        </pc:sldMkLst>
        <pc:spChg chg="add del mod">
          <ac:chgData name="Uwitonze Pacific" userId="94f14c05aa9a1c9a" providerId="Windows Live" clId="Web-{F1A30A5F-AD8D-4477-8DBC-1FA709D9A1AF}" dt="2025-12-07T13:32:13.034" v="24"/>
          <ac:spMkLst>
            <pc:docMk/>
            <pc:sldMk cId="3103866879" sldId="341"/>
            <ac:spMk id="3" creationId="{CD87E0A8-B781-D064-71AD-1E67FC72A902}"/>
          </ac:spMkLst>
        </pc:spChg>
        <pc:spChg chg="mod">
          <ac:chgData name="Uwitonze Pacific" userId="94f14c05aa9a1c9a" providerId="Windows Live" clId="Web-{F1A30A5F-AD8D-4477-8DBC-1FA709D9A1AF}" dt="2025-12-07T13:33:30.020" v="27"/>
          <ac:spMkLst>
            <pc:docMk/>
            <pc:sldMk cId="3103866879" sldId="341"/>
            <ac:spMk id="6" creationId="{FCC00F2F-2F9A-4287-AE30-766758F16A24}"/>
          </ac:spMkLst>
        </pc:spChg>
        <pc:spChg chg="mod">
          <ac:chgData name="Uwitonze Pacific" userId="94f14c05aa9a1c9a" providerId="Windows Live" clId="Web-{F1A30A5F-AD8D-4477-8DBC-1FA709D9A1AF}" dt="2025-12-07T13:32:57.222" v="25" actId="14100"/>
          <ac:spMkLst>
            <pc:docMk/>
            <pc:sldMk cId="3103866879" sldId="341"/>
            <ac:spMk id="7" creationId="{5B54BBB9-EC3F-40DE-A3C5-72ADF697AC27}"/>
          </ac:spMkLst>
        </pc:spChg>
        <pc:spChg chg="add del">
          <ac:chgData name="Uwitonze Pacific" userId="94f14c05aa9a1c9a" providerId="Windows Live" clId="Web-{F1A30A5F-AD8D-4477-8DBC-1FA709D9A1AF}" dt="2025-12-07T13:32:13.018" v="23"/>
          <ac:spMkLst>
            <pc:docMk/>
            <pc:sldMk cId="3103866879" sldId="341"/>
            <ac:spMk id="10" creationId="{367909BF-1DF7-4ACE-8F58-6CF719BB27E5}"/>
          </ac:spMkLst>
        </pc:spChg>
        <pc:spChg chg="add del">
          <ac:chgData name="Uwitonze Pacific" userId="94f14c05aa9a1c9a" providerId="Windows Live" clId="Web-{F1A30A5F-AD8D-4477-8DBC-1FA709D9A1AF}" dt="2025-12-07T13:32:13.018" v="23"/>
          <ac:spMkLst>
            <pc:docMk/>
            <pc:sldMk cId="3103866879" sldId="341"/>
            <ac:spMk id="13" creationId="{904DB13E-F722-4ED6-BB00-556651E95281}"/>
          </ac:spMkLst>
        </pc:spChg>
        <pc:spChg chg="add del">
          <ac:chgData name="Uwitonze Pacific" userId="94f14c05aa9a1c9a" providerId="Windows Live" clId="Web-{F1A30A5F-AD8D-4477-8DBC-1FA709D9A1AF}" dt="2025-12-07T13:32:13.018" v="23"/>
          <ac:spMkLst>
            <pc:docMk/>
            <pc:sldMk cId="3103866879" sldId="341"/>
            <ac:spMk id="15" creationId="{1419E3D9-C5FB-41A9-B6D2-DFB210BB6211}"/>
          </ac:spMkLst>
        </pc:spChg>
        <pc:spChg chg="add">
          <ac:chgData name="Uwitonze Pacific" userId="94f14c05aa9a1c9a" providerId="Windows Live" clId="Web-{F1A30A5F-AD8D-4477-8DBC-1FA709D9A1AF}" dt="2025-12-07T13:32:13.034" v="24"/>
          <ac:spMkLst>
            <pc:docMk/>
            <pc:sldMk cId="3103866879" sldId="341"/>
            <ac:spMk id="18" creationId="{93747C1C-97FC-4D70-A6C8-A01FBCF5A9DC}"/>
          </ac:spMkLst>
        </pc:spChg>
        <pc:spChg chg="add del">
          <ac:chgData name="Uwitonze Pacific" userId="94f14c05aa9a1c9a" providerId="Windows Live" clId="Web-{F1A30A5F-AD8D-4477-8DBC-1FA709D9A1AF}" dt="2025-12-07T13:32:13.018" v="23"/>
          <ac:spMkLst>
            <pc:docMk/>
            <pc:sldMk cId="3103866879" sldId="341"/>
            <ac:spMk id="19" creationId="{89E8BEDB-0BBC-4F21-9CFB-8530D664C343}"/>
          </ac:spMkLst>
        </pc:spChg>
        <pc:spChg chg="add del">
          <ac:chgData name="Uwitonze Pacific" userId="94f14c05aa9a1c9a" providerId="Windows Live" clId="Web-{F1A30A5F-AD8D-4477-8DBC-1FA709D9A1AF}" dt="2025-12-07T13:32:13.018" v="23"/>
          <ac:spMkLst>
            <pc:docMk/>
            <pc:sldMk cId="3103866879" sldId="341"/>
            <ac:spMk id="26" creationId="{420551B3-B4DA-48EE-988C-4FAEAEB5CE98}"/>
          </ac:spMkLst>
        </pc:spChg>
        <pc:spChg chg="add">
          <ac:chgData name="Uwitonze Pacific" userId="94f14c05aa9a1c9a" providerId="Windows Live" clId="Web-{F1A30A5F-AD8D-4477-8DBC-1FA709D9A1AF}" dt="2025-12-07T13:32:13.034" v="24"/>
          <ac:spMkLst>
            <pc:docMk/>
            <pc:sldMk cId="3103866879" sldId="341"/>
            <ac:spMk id="27" creationId="{B5DD78E9-DE0D-47AF-A0DB-F475221E3DC7}"/>
          </ac:spMkLst>
        </pc:spChg>
        <pc:spChg chg="add del">
          <ac:chgData name="Uwitonze Pacific" userId="94f14c05aa9a1c9a" providerId="Windows Live" clId="Web-{F1A30A5F-AD8D-4477-8DBC-1FA709D9A1AF}" dt="2025-12-07T13:32:13.018" v="23"/>
          <ac:spMkLst>
            <pc:docMk/>
            <pc:sldMk cId="3103866879" sldId="341"/>
            <ac:spMk id="28" creationId="{D5B012D8-7F27-4758-9AC6-C889B154BD73}"/>
          </ac:spMkLst>
        </pc:spChg>
        <pc:spChg chg="add del">
          <ac:chgData name="Uwitonze Pacific" userId="94f14c05aa9a1c9a" providerId="Windows Live" clId="Web-{F1A30A5F-AD8D-4477-8DBC-1FA709D9A1AF}" dt="2025-12-07T13:32:13.018" v="23"/>
          <ac:spMkLst>
            <pc:docMk/>
            <pc:sldMk cId="3103866879" sldId="341"/>
            <ac:spMk id="30" creationId="{4063B759-00FC-46D1-9898-8E8625268FAF}"/>
          </ac:spMkLst>
        </pc:spChg>
        <pc:spChg chg="add del">
          <ac:chgData name="Uwitonze Pacific" userId="94f14c05aa9a1c9a" providerId="Windows Live" clId="Web-{F1A30A5F-AD8D-4477-8DBC-1FA709D9A1AF}" dt="2025-12-07T13:33:30.020" v="27"/>
          <ac:spMkLst>
            <pc:docMk/>
            <pc:sldMk cId="3103866879" sldId="341"/>
            <ac:spMk id="32" creationId="{904DB13E-F722-4ED6-BB00-556651E95281}"/>
          </ac:spMkLst>
        </pc:spChg>
        <pc:spChg chg="add del">
          <ac:chgData name="Uwitonze Pacific" userId="94f14c05aa9a1c9a" providerId="Windows Live" clId="Web-{F1A30A5F-AD8D-4477-8DBC-1FA709D9A1AF}" dt="2025-12-07T13:33:30.020" v="27"/>
          <ac:spMkLst>
            <pc:docMk/>
            <pc:sldMk cId="3103866879" sldId="341"/>
            <ac:spMk id="33" creationId="{7B58A187-A4B1-42EB-A4C7-8635BA507BCE}"/>
          </ac:spMkLst>
        </pc:spChg>
        <pc:spChg chg="add del">
          <ac:chgData name="Uwitonze Pacific" userId="94f14c05aa9a1c9a" providerId="Windows Live" clId="Web-{F1A30A5F-AD8D-4477-8DBC-1FA709D9A1AF}" dt="2025-12-07T13:33:30.020" v="27"/>
          <ac:spMkLst>
            <pc:docMk/>
            <pc:sldMk cId="3103866879" sldId="341"/>
            <ac:spMk id="34" creationId="{37F14E7F-3054-458C-ACF9-A8DA1757C65C}"/>
          </ac:spMkLst>
        </pc:spChg>
        <pc:spChg chg="add del">
          <ac:chgData name="Uwitonze Pacific" userId="94f14c05aa9a1c9a" providerId="Windows Live" clId="Web-{F1A30A5F-AD8D-4477-8DBC-1FA709D9A1AF}" dt="2025-12-07T13:33:30.020" v="27"/>
          <ac:spMkLst>
            <pc:docMk/>
            <pc:sldMk cId="3103866879" sldId="341"/>
            <ac:spMk id="36" creationId="{6EB4BFD6-A85D-4A13-A54A-9A5C9E31C69E}"/>
          </ac:spMkLst>
        </pc:spChg>
        <pc:spChg chg="add">
          <ac:chgData name="Uwitonze Pacific" userId="94f14c05aa9a1c9a" providerId="Windows Live" clId="Web-{F1A30A5F-AD8D-4477-8DBC-1FA709D9A1AF}" dt="2025-12-07T13:32:13.034" v="24"/>
          <ac:spMkLst>
            <pc:docMk/>
            <pc:sldMk cId="3103866879" sldId="341"/>
            <ac:spMk id="37" creationId="{A118D329-2010-4A15-B57C-429FFAE35B11}"/>
          </ac:spMkLst>
        </pc:spChg>
        <pc:spChg chg="add">
          <ac:chgData name="Uwitonze Pacific" userId="94f14c05aa9a1c9a" providerId="Windows Live" clId="Web-{F1A30A5F-AD8D-4477-8DBC-1FA709D9A1AF}" dt="2025-12-07T13:33:30.020" v="27"/>
          <ac:spMkLst>
            <pc:docMk/>
            <pc:sldMk cId="3103866879" sldId="341"/>
            <ac:spMk id="42" creationId="{904DB13E-F722-4ED6-BB00-556651E95281}"/>
          </ac:spMkLst>
        </pc:spChg>
        <pc:spChg chg="add">
          <ac:chgData name="Uwitonze Pacific" userId="94f14c05aa9a1c9a" providerId="Windows Live" clId="Web-{F1A30A5F-AD8D-4477-8DBC-1FA709D9A1AF}" dt="2025-12-07T13:33:30.020" v="27"/>
          <ac:spMkLst>
            <pc:docMk/>
            <pc:sldMk cId="3103866879" sldId="341"/>
            <ac:spMk id="44" creationId="{7B58A187-A4B1-42EB-A4C7-8635BA507BCE}"/>
          </ac:spMkLst>
        </pc:spChg>
        <pc:spChg chg="add">
          <ac:chgData name="Uwitonze Pacific" userId="94f14c05aa9a1c9a" providerId="Windows Live" clId="Web-{F1A30A5F-AD8D-4477-8DBC-1FA709D9A1AF}" dt="2025-12-07T13:33:30.020" v="27"/>
          <ac:spMkLst>
            <pc:docMk/>
            <pc:sldMk cId="3103866879" sldId="341"/>
            <ac:spMk id="48" creationId="{93747C1C-97FC-4D70-A6C8-A01FBCF5A9DC}"/>
          </ac:spMkLst>
        </pc:spChg>
        <pc:spChg chg="add">
          <ac:chgData name="Uwitonze Pacific" userId="94f14c05aa9a1c9a" providerId="Windows Live" clId="Web-{F1A30A5F-AD8D-4477-8DBC-1FA709D9A1AF}" dt="2025-12-07T13:33:30.020" v="27"/>
          <ac:spMkLst>
            <pc:docMk/>
            <pc:sldMk cId="3103866879" sldId="341"/>
            <ac:spMk id="55" creationId="{330C7DD7-02AC-4BF2-9004-DE691621C190}"/>
          </ac:spMkLst>
        </pc:spChg>
        <pc:spChg chg="add">
          <ac:chgData name="Uwitonze Pacific" userId="94f14c05aa9a1c9a" providerId="Windows Live" clId="Web-{F1A30A5F-AD8D-4477-8DBC-1FA709D9A1AF}" dt="2025-12-07T13:33:30.020" v="27"/>
          <ac:spMkLst>
            <pc:docMk/>
            <pc:sldMk cId="3103866879" sldId="341"/>
            <ac:spMk id="57" creationId="{94A306BA-F168-4DFA-A57A-F4A753B03287}"/>
          </ac:spMkLst>
        </pc:spChg>
        <pc:picChg chg="del">
          <ac:chgData name="Uwitonze Pacific" userId="94f14c05aa9a1c9a" providerId="Windows Live" clId="Web-{F1A30A5F-AD8D-4477-8DBC-1FA709D9A1AF}" dt="2025-12-07T12:56:32.510" v="0"/>
          <ac:picMkLst>
            <pc:docMk/>
            <pc:sldMk cId="3103866879" sldId="341"/>
            <ac:picMk id="12" creationId="{787DFE04-7A76-3A96-7BD4-23AE83B26C8B}"/>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BF03B4C-7222-461B-BA71-2B563A44950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6015D50-859B-4A21-BBA7-D227472F19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FB51ED0-8724-4321-9903-1B6C4397769A}" type="datetimeFigureOut">
              <a:rPr lang="en-US" smtClean="0"/>
              <a:t>12/7/2025</a:t>
            </a:fld>
            <a:endParaRPr lang="en-US"/>
          </a:p>
        </p:txBody>
      </p:sp>
      <p:sp>
        <p:nvSpPr>
          <p:cNvPr id="4" name="Footer Placeholder 3">
            <a:extLst>
              <a:ext uri="{FF2B5EF4-FFF2-40B4-BE49-F238E27FC236}">
                <a16:creationId xmlns:a16="http://schemas.microsoft.com/office/drawing/2014/main" id="{B414EAD1-5CAB-421B-B5BB-2FAE33EA585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83925FF-73DD-4112-9C15-8EAFF2E8C9E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E6D71AD-4225-439B-B0AF-FF523CEDEDCF}" type="slidenum">
              <a:rPr lang="en-US" smtClean="0"/>
              <a:t>‹#›</a:t>
            </a:fld>
            <a:endParaRPr lang="en-US"/>
          </a:p>
        </p:txBody>
      </p:sp>
    </p:spTree>
    <p:extLst>
      <p:ext uri="{BB962C8B-B14F-4D97-AF65-F5344CB8AC3E}">
        <p14:creationId xmlns:p14="http://schemas.microsoft.com/office/powerpoint/2010/main" val="19060384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14778D-F34E-4BE4-9B6B-598D2E739C81}" type="datetimeFigureOut">
              <a:rPr lang="en-US" smtClean="0"/>
              <a:t>12/7/2025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553C36-AE66-42A1-BA56-51FF7F8C862C}" type="slidenum">
              <a:rPr lang="en-US" smtClean="0"/>
              <a:t>‹#›</a:t>
            </a:fld>
            <a:endParaRPr lang="en-US"/>
          </a:p>
        </p:txBody>
      </p:sp>
    </p:spTree>
    <p:extLst>
      <p:ext uri="{BB962C8B-B14F-4D97-AF65-F5344CB8AC3E}">
        <p14:creationId xmlns:p14="http://schemas.microsoft.com/office/powerpoint/2010/main" val="1946386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553C36-AE66-42A1-BA56-51FF7F8C862C}" type="slidenum">
              <a:rPr lang="en-US" smtClean="0"/>
              <a:t>2</a:t>
            </a:fld>
            <a:endParaRPr lang="en-US"/>
          </a:p>
        </p:txBody>
      </p:sp>
    </p:spTree>
    <p:extLst>
      <p:ext uri="{BB962C8B-B14F-4D97-AF65-F5344CB8AC3E}">
        <p14:creationId xmlns:p14="http://schemas.microsoft.com/office/powerpoint/2010/main" val="14018068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DD6E8-A6EF-92A8-595D-EBEFF84D50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01F0F7-AF0B-0975-63EC-231EC11FCA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57FD34-79C3-7B88-4829-FDF54F08B69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9097163-557E-27BB-4AFC-26D78DD5C170}"/>
              </a:ext>
            </a:extLst>
          </p:cNvPr>
          <p:cNvSpPr>
            <a:spLocks noGrp="1"/>
          </p:cNvSpPr>
          <p:nvPr>
            <p:ph type="sldNum" sz="quarter" idx="5"/>
          </p:nvPr>
        </p:nvSpPr>
        <p:spPr/>
        <p:txBody>
          <a:bodyPr/>
          <a:lstStyle/>
          <a:p>
            <a:fld id="{F9553C36-AE66-42A1-BA56-51FF7F8C862C}" type="slidenum">
              <a:rPr lang="en-US" smtClean="0"/>
              <a:t>4</a:t>
            </a:fld>
            <a:endParaRPr lang="en-US"/>
          </a:p>
        </p:txBody>
      </p:sp>
    </p:spTree>
    <p:extLst>
      <p:ext uri="{BB962C8B-B14F-4D97-AF65-F5344CB8AC3E}">
        <p14:creationId xmlns:p14="http://schemas.microsoft.com/office/powerpoint/2010/main" val="41645687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CE048-309F-C83C-51A2-DCF4FE7E87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4E9D45-E2E3-CF5E-7D99-9412BCF32C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CB5301-37B2-FEB0-61AA-F5787C82366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6588BA6-F167-F6B9-E49B-7C28EC3FCA63}"/>
              </a:ext>
            </a:extLst>
          </p:cNvPr>
          <p:cNvSpPr>
            <a:spLocks noGrp="1"/>
          </p:cNvSpPr>
          <p:nvPr>
            <p:ph type="sldNum" sz="quarter" idx="5"/>
          </p:nvPr>
        </p:nvSpPr>
        <p:spPr/>
        <p:txBody>
          <a:bodyPr/>
          <a:lstStyle/>
          <a:p>
            <a:fld id="{F9553C36-AE66-42A1-BA56-51FF7F8C862C}" type="slidenum">
              <a:rPr lang="en-US" smtClean="0"/>
              <a:t>5</a:t>
            </a:fld>
            <a:endParaRPr lang="en-US"/>
          </a:p>
        </p:txBody>
      </p:sp>
    </p:spTree>
    <p:extLst>
      <p:ext uri="{BB962C8B-B14F-4D97-AF65-F5344CB8AC3E}">
        <p14:creationId xmlns:p14="http://schemas.microsoft.com/office/powerpoint/2010/main" val="25463823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B8CC2-A784-6A99-E150-4F11B494B7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1FE02A-2F6B-C692-0EA7-1EF3E51BC3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5854B4-FC97-FB46-794E-65746FE05B9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330DC97-6D63-88CC-E698-7ACCA0D815E0}"/>
              </a:ext>
            </a:extLst>
          </p:cNvPr>
          <p:cNvSpPr>
            <a:spLocks noGrp="1"/>
          </p:cNvSpPr>
          <p:nvPr>
            <p:ph type="sldNum" sz="quarter" idx="5"/>
          </p:nvPr>
        </p:nvSpPr>
        <p:spPr/>
        <p:txBody>
          <a:bodyPr/>
          <a:lstStyle/>
          <a:p>
            <a:fld id="{F9553C36-AE66-42A1-BA56-51FF7F8C862C}" type="slidenum">
              <a:rPr lang="en-US" smtClean="0"/>
              <a:t>6</a:t>
            </a:fld>
            <a:endParaRPr lang="en-US"/>
          </a:p>
        </p:txBody>
      </p:sp>
    </p:spTree>
    <p:extLst>
      <p:ext uri="{BB962C8B-B14F-4D97-AF65-F5344CB8AC3E}">
        <p14:creationId xmlns:p14="http://schemas.microsoft.com/office/powerpoint/2010/main" val="27974028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B7B6D-F04A-44B4-F99C-AFC9010898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6B6844-54C7-B492-FDAB-0BC317B677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AC45D0-7F31-3151-26F9-85A28ED3528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244CC46-9932-552C-756E-AB06EBBC1CBA}"/>
              </a:ext>
            </a:extLst>
          </p:cNvPr>
          <p:cNvSpPr>
            <a:spLocks noGrp="1"/>
          </p:cNvSpPr>
          <p:nvPr>
            <p:ph type="sldNum" sz="quarter" idx="5"/>
          </p:nvPr>
        </p:nvSpPr>
        <p:spPr/>
        <p:txBody>
          <a:bodyPr/>
          <a:lstStyle/>
          <a:p>
            <a:fld id="{F9553C36-AE66-42A1-BA56-51FF7F8C862C}" type="slidenum">
              <a:rPr lang="en-US" smtClean="0"/>
              <a:t>9</a:t>
            </a:fld>
            <a:endParaRPr lang="en-US"/>
          </a:p>
        </p:txBody>
      </p:sp>
    </p:spTree>
    <p:extLst>
      <p:ext uri="{BB962C8B-B14F-4D97-AF65-F5344CB8AC3E}">
        <p14:creationId xmlns:p14="http://schemas.microsoft.com/office/powerpoint/2010/main" val="36833178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52B1F-672D-1869-F9D4-94DE0082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B49F92-3390-FEC9-5846-816964F2FC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9F4E7D-08C6-398C-F072-1ED4E3B284F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C695C09-E4EF-7F2C-A937-6C47AA6B2778}"/>
              </a:ext>
            </a:extLst>
          </p:cNvPr>
          <p:cNvSpPr>
            <a:spLocks noGrp="1"/>
          </p:cNvSpPr>
          <p:nvPr>
            <p:ph type="sldNum" sz="quarter" idx="5"/>
          </p:nvPr>
        </p:nvSpPr>
        <p:spPr/>
        <p:txBody>
          <a:bodyPr/>
          <a:lstStyle/>
          <a:p>
            <a:fld id="{F9553C36-AE66-42A1-BA56-51FF7F8C862C}" type="slidenum">
              <a:rPr lang="en-US" smtClean="0"/>
              <a:t>10</a:t>
            </a:fld>
            <a:endParaRPr lang="en-US"/>
          </a:p>
        </p:txBody>
      </p:sp>
    </p:spTree>
    <p:extLst>
      <p:ext uri="{BB962C8B-B14F-4D97-AF65-F5344CB8AC3E}">
        <p14:creationId xmlns:p14="http://schemas.microsoft.com/office/powerpoint/2010/main" val="30659464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hasCustomPrompt="1"/>
          </p:nvPr>
        </p:nvSpPr>
        <p:spPr>
          <a:xfrm>
            <a:off x="1629103" y="2244830"/>
            <a:ext cx="8933796" cy="2437232"/>
          </a:xfrm>
        </p:spPr>
        <p:txBody>
          <a:bodyPr tIns="45720" bIns="45720" anchor="ctr">
            <a:normAutofit/>
          </a:bodyPr>
          <a:lstStyle>
            <a:lvl1pPr algn="ctr">
              <a:lnSpc>
                <a:spcPct val="83000"/>
              </a:lnSpc>
              <a:defRPr lang="en-US" sz="6800" b="0" kern="1200" cap="none" spc="-100" baseline="0" dirty="0">
                <a:solidFill>
                  <a:schemeClr val="tx1">
                    <a:lumMod val="85000"/>
                    <a:lumOff val="15000"/>
                  </a:schemeClr>
                </a:solidFill>
                <a:effectLst/>
                <a:latin typeface="+mj-lt"/>
                <a:ea typeface="+mn-ea"/>
                <a:cs typeface="+mn-cs"/>
              </a:defRPr>
            </a:lvl1pPr>
          </a:lstStyle>
          <a:p>
            <a:r>
              <a:rPr lang="en-US"/>
              <a:t>Click to edit master title style</a:t>
            </a:r>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r>
              <a:rPr lang="en-US"/>
              <a:t>20XX</a:t>
            </a:r>
          </a:p>
        </p:txBody>
      </p:sp>
    </p:spTree>
    <p:extLst>
      <p:ext uri="{BB962C8B-B14F-4D97-AF65-F5344CB8AC3E}">
        <p14:creationId xmlns:p14="http://schemas.microsoft.com/office/powerpoint/2010/main" val="1593465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791E8DE-0B9D-43A1-8977-59BEEC2C354B}"/>
              </a:ext>
              <a:ext uri="{C183D7F6-B498-43B3-948B-1728B52AA6E4}">
                <adec:decorative xmlns:adec="http://schemas.microsoft.com/office/drawing/2017/decorative" val="1"/>
              </a:ext>
            </a:extLst>
          </p:cNvPr>
          <p:cNvSpPr/>
          <p:nvPr userDrawn="1"/>
        </p:nvSpPr>
        <p:spPr>
          <a:xfrm>
            <a:off x="643337" y="643464"/>
            <a:ext cx="6269159" cy="5571072"/>
          </a:xfrm>
          <a:prstGeom prst="rect">
            <a:avLst/>
          </a:prstGeom>
          <a:solidFill>
            <a:schemeClr val="tx1">
              <a:lumMod val="75000"/>
              <a:lumOff val="25000"/>
            </a:schemeClr>
          </a:solidFill>
          <a:ln w="6350" cap="flat" cmpd="sng" algn="ctr">
            <a:noFill/>
            <a:prstDash val="solid"/>
          </a:ln>
          <a:effectLst>
            <a:outerShdw blurRad="50800" algn="ctr" rotWithShape="0">
              <a:prstClr val="black">
                <a:alpha val="66000"/>
              </a:prstClr>
            </a:outerShdw>
            <a:softEdge rad="0"/>
          </a:effectLst>
        </p:spPr>
      </p:sp>
      <p:sp>
        <p:nvSpPr>
          <p:cNvPr id="2" name="Title 1">
            <a:extLst>
              <a:ext uri="{FF2B5EF4-FFF2-40B4-BE49-F238E27FC236}">
                <a16:creationId xmlns:a16="http://schemas.microsoft.com/office/drawing/2014/main" id="{41DABDA3-AA10-4304-B3C8-D5B655DE3421}"/>
              </a:ext>
            </a:extLst>
          </p:cNvPr>
          <p:cNvSpPr>
            <a:spLocks noGrp="1"/>
          </p:cNvSpPr>
          <p:nvPr>
            <p:ph type="title"/>
          </p:nvPr>
        </p:nvSpPr>
        <p:spPr>
          <a:xfrm>
            <a:off x="1243631" y="1621998"/>
            <a:ext cx="5068567" cy="1301390"/>
          </a:xfrm>
        </p:spPr>
        <p:txBody>
          <a:bodyPr anchor="b"/>
          <a:lstStyle>
            <a:lvl1pPr algn="ctr">
              <a:defRPr>
                <a:solidFill>
                  <a:schemeClr val="bg1"/>
                </a:solidFill>
              </a:defRPr>
            </a:lvl1pPr>
          </a:lstStyle>
          <a:p>
            <a:r>
              <a:rPr lang="en-US"/>
              <a:t>Click to edit</a:t>
            </a:r>
          </a:p>
        </p:txBody>
      </p:sp>
      <p:sp>
        <p:nvSpPr>
          <p:cNvPr id="9" name="Subtitle 2" descr="Tag=AccentColor&#10;Flavor=Light&#10;Target=Text">
            <a:extLst>
              <a:ext uri="{FF2B5EF4-FFF2-40B4-BE49-F238E27FC236}">
                <a16:creationId xmlns:a16="http://schemas.microsoft.com/office/drawing/2014/main" id="{4CCFCCCF-0AEA-4D36-8B54-4C03F88D74AE}"/>
              </a:ext>
            </a:extLst>
          </p:cNvPr>
          <p:cNvSpPr>
            <a:spLocks noGrp="1"/>
          </p:cNvSpPr>
          <p:nvPr>
            <p:ph type="subTitle" idx="1"/>
          </p:nvPr>
        </p:nvSpPr>
        <p:spPr>
          <a:xfrm>
            <a:off x="1243633" y="3109652"/>
            <a:ext cx="5068567" cy="2395623"/>
          </a:xfrm>
        </p:spPr>
        <p:txBody>
          <a:bodyPr anchor="ctr">
            <a:normAutofit/>
          </a:bodyPr>
          <a:lstStyle>
            <a:lvl1pPr marL="0" indent="0" algn="ctr">
              <a:buNone/>
              <a:defRPr>
                <a:solidFill>
                  <a:schemeClr val="bg1"/>
                </a:solidFill>
              </a:defRPr>
            </a:lvl1pPr>
          </a:lstStyle>
          <a:p>
            <a:pPr>
              <a:lnSpc>
                <a:spcPct val="150000"/>
              </a:lnSpc>
            </a:pPr>
            <a:r>
              <a:rPr lang="en-US">
                <a:cs typeface="Calibri"/>
              </a:rPr>
              <a:t>Topic one</a:t>
            </a:r>
          </a:p>
          <a:p>
            <a:pPr>
              <a:lnSpc>
                <a:spcPct val="150000"/>
              </a:lnSpc>
            </a:pPr>
            <a:r>
              <a:rPr lang="en-US">
                <a:cs typeface="Calibri"/>
              </a:rPr>
              <a:t>Topic two</a:t>
            </a:r>
          </a:p>
          <a:p>
            <a:pPr>
              <a:lnSpc>
                <a:spcPct val="150000"/>
              </a:lnSpc>
            </a:pPr>
            <a:r>
              <a:rPr lang="en-US">
                <a:cs typeface="Calibri"/>
              </a:rPr>
              <a:t>Topic three</a:t>
            </a:r>
          </a:p>
          <a:p>
            <a:pPr>
              <a:lnSpc>
                <a:spcPct val="150000"/>
              </a:lnSpc>
            </a:pPr>
            <a:r>
              <a:rPr lang="en-US">
                <a:cs typeface="Calibri"/>
              </a:rPr>
              <a:t>Topic four</a:t>
            </a:r>
          </a:p>
          <a:p>
            <a:endParaRPr lang="en-US">
              <a:solidFill>
                <a:schemeClr val="tx1"/>
              </a:solidFill>
            </a:endParaRPr>
          </a:p>
        </p:txBody>
      </p:sp>
      <p:sp>
        <p:nvSpPr>
          <p:cNvPr id="22" name="Picture Placeholder 21">
            <a:extLst>
              <a:ext uri="{FF2B5EF4-FFF2-40B4-BE49-F238E27FC236}">
                <a16:creationId xmlns:a16="http://schemas.microsoft.com/office/drawing/2014/main" id="{27D11998-188A-4F5B-9931-8BA54D2802A5}"/>
              </a:ext>
            </a:extLst>
          </p:cNvPr>
          <p:cNvSpPr>
            <a:spLocks noGrp="1"/>
          </p:cNvSpPr>
          <p:nvPr>
            <p:ph type="pic" sz="quarter" idx="13"/>
          </p:nvPr>
        </p:nvSpPr>
        <p:spPr>
          <a:xfrm>
            <a:off x="7556500" y="641350"/>
            <a:ext cx="3998913" cy="2626784"/>
          </a:xfrm>
        </p:spPr>
        <p:txBody>
          <a:bodyPr/>
          <a:lstStyle/>
          <a:p>
            <a:endParaRPr lang="en-US"/>
          </a:p>
        </p:txBody>
      </p:sp>
      <p:sp>
        <p:nvSpPr>
          <p:cNvPr id="24" name="Picture Placeholder 23">
            <a:extLst>
              <a:ext uri="{FF2B5EF4-FFF2-40B4-BE49-F238E27FC236}">
                <a16:creationId xmlns:a16="http://schemas.microsoft.com/office/drawing/2014/main" id="{60F109E5-BC65-4431-A2E5-4A145EC7B38A}"/>
              </a:ext>
            </a:extLst>
          </p:cNvPr>
          <p:cNvSpPr>
            <a:spLocks noGrp="1"/>
          </p:cNvSpPr>
          <p:nvPr>
            <p:ph type="pic" sz="quarter" idx="14"/>
          </p:nvPr>
        </p:nvSpPr>
        <p:spPr>
          <a:xfrm>
            <a:off x="7554913" y="3606263"/>
            <a:ext cx="4000500" cy="2608269"/>
          </a:xfrm>
        </p:spPr>
        <p:txBody>
          <a:bodyPr/>
          <a:lstStyle/>
          <a:p>
            <a:endParaRPr lang="en-US"/>
          </a:p>
        </p:txBody>
      </p:sp>
      <p:sp>
        <p:nvSpPr>
          <p:cNvPr id="7" name="Rectangle 6">
            <a:extLst>
              <a:ext uri="{FF2B5EF4-FFF2-40B4-BE49-F238E27FC236}">
                <a16:creationId xmlns:a16="http://schemas.microsoft.com/office/drawing/2014/main" id="{9C304C15-0285-4F2C-8EFE-569AD8088EBA}"/>
              </a:ext>
              <a:ext uri="{C183D7F6-B498-43B3-948B-1728B52AA6E4}">
                <adec:decorative xmlns:adec="http://schemas.microsoft.com/office/drawing/2017/decorative" val="1"/>
              </a:ext>
            </a:extLst>
          </p:cNvPr>
          <p:cNvSpPr/>
          <p:nvPr userDrawn="1"/>
        </p:nvSpPr>
        <p:spPr>
          <a:xfrm>
            <a:off x="806116" y="809244"/>
            <a:ext cx="5943600" cy="5239512"/>
          </a:xfrm>
          <a:prstGeom prst="rect">
            <a:avLst/>
          </a:prstGeom>
          <a:noFill/>
          <a:ln w="6350" cap="sq" cmpd="sng" algn="ctr">
            <a:solidFill>
              <a:schemeClr val="bg1"/>
            </a:solidFill>
            <a:prstDash val="solid"/>
            <a:miter lim="800000"/>
          </a:ln>
          <a:effectLst/>
        </p:spPr>
      </p:sp>
      <p:sp>
        <p:nvSpPr>
          <p:cNvPr id="10" name="Rectangle 9">
            <a:extLst>
              <a:ext uri="{FF2B5EF4-FFF2-40B4-BE49-F238E27FC236}">
                <a16:creationId xmlns:a16="http://schemas.microsoft.com/office/drawing/2014/main" id="{C5A88504-58DC-4D6A-A3A2-46BBE92E4E08}"/>
              </a:ext>
              <a:ext uri="{C183D7F6-B498-43B3-948B-1728B52AA6E4}">
                <adec:decorative xmlns:adec="http://schemas.microsoft.com/office/drawing/2017/decorative" val="1"/>
              </a:ext>
            </a:extLst>
          </p:cNvPr>
          <p:cNvSpPr/>
          <p:nvPr userDrawn="1"/>
        </p:nvSpPr>
        <p:spPr>
          <a:xfrm>
            <a:off x="2817796" y="640856"/>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Date Placeholder 17">
            <a:extLst>
              <a:ext uri="{FF2B5EF4-FFF2-40B4-BE49-F238E27FC236}">
                <a16:creationId xmlns:a16="http://schemas.microsoft.com/office/drawing/2014/main" id="{A7F1F606-F241-4665-957D-1EA108900290}"/>
              </a:ext>
            </a:extLst>
          </p:cNvPr>
          <p:cNvSpPr txBox="1">
            <a:spLocks/>
          </p:cNvSpPr>
          <p:nvPr userDrawn="1"/>
        </p:nvSpPr>
        <p:spPr>
          <a:xfrm>
            <a:off x="3000676" y="687140"/>
            <a:ext cx="1554480" cy="527213"/>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defRPr/>
            </a:pPr>
            <a:r>
              <a:rPr lang="en-US" sz="1300">
                <a:solidFill>
                  <a:schemeClr val="bg1"/>
                </a:solidFill>
              </a:rPr>
              <a:t>20XX</a:t>
            </a:r>
          </a:p>
        </p:txBody>
      </p:sp>
      <p:grpSp>
        <p:nvGrpSpPr>
          <p:cNvPr id="3" name="Group 2">
            <a:extLst>
              <a:ext uri="{FF2B5EF4-FFF2-40B4-BE49-F238E27FC236}">
                <a16:creationId xmlns:a16="http://schemas.microsoft.com/office/drawing/2014/main" id="{86EAC8BD-D27F-41DF-AA93-5F96758285A5}"/>
              </a:ext>
              <a:ext uri="{C183D7F6-B498-43B3-948B-1728B52AA6E4}">
                <adec:decorative xmlns:adec="http://schemas.microsoft.com/office/drawing/2017/decorative" val="1"/>
              </a:ext>
            </a:extLst>
          </p:cNvPr>
          <p:cNvGrpSpPr/>
          <p:nvPr userDrawn="1"/>
        </p:nvGrpSpPr>
        <p:grpSpPr>
          <a:xfrm>
            <a:off x="2932096" y="640855"/>
            <a:ext cx="1691640" cy="645295"/>
            <a:chOff x="2932096" y="640855"/>
            <a:chExt cx="1691640" cy="645295"/>
          </a:xfrm>
        </p:grpSpPr>
        <p:cxnSp>
          <p:nvCxnSpPr>
            <p:cNvPr id="11" name="Straight Connector 10">
              <a:extLst>
                <a:ext uri="{FF2B5EF4-FFF2-40B4-BE49-F238E27FC236}">
                  <a16:creationId xmlns:a16="http://schemas.microsoft.com/office/drawing/2014/main" id="{29CEAE44-9527-4308-A77C-6C47315AD3A5}"/>
                </a:ext>
                <a:ext uri="{C183D7F6-B498-43B3-948B-1728B52AA6E4}">
                  <adec:decorative xmlns:adec="http://schemas.microsoft.com/office/drawing/2017/decorative" val="1"/>
                </a:ext>
              </a:extLst>
            </p:cNvPr>
            <p:cNvCxnSpPr/>
            <p:nvPr userDrawn="1"/>
          </p:nvCxnSpPr>
          <p:spPr>
            <a:xfrm>
              <a:off x="2932096" y="640855"/>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BD50130-2E7D-4DC0-8382-B3958A945077}"/>
                </a:ext>
                <a:ext uri="{C183D7F6-B498-43B3-948B-1728B52AA6E4}">
                  <adec:decorative xmlns:adec="http://schemas.microsoft.com/office/drawing/2017/decorative" val="1"/>
                </a:ext>
              </a:extLst>
            </p:cNvPr>
            <p:cNvCxnSpPr/>
            <p:nvPr userDrawn="1"/>
          </p:nvCxnSpPr>
          <p:spPr>
            <a:xfrm>
              <a:off x="4623736" y="640855"/>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955D961-339B-49BE-9281-3A8E81953FBD}"/>
                </a:ext>
                <a:ext uri="{C183D7F6-B498-43B3-948B-1728B52AA6E4}">
                  <adec:decorative xmlns:adec="http://schemas.microsoft.com/office/drawing/2017/decorative" val="1"/>
                </a:ext>
              </a:extLst>
            </p:cNvPr>
            <p:cNvCxnSpPr/>
            <p:nvPr userDrawn="1"/>
          </p:nvCxnSpPr>
          <p:spPr>
            <a:xfrm>
              <a:off x="2932096" y="1286150"/>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16" name="Footer Placeholder 18">
            <a:extLst>
              <a:ext uri="{FF2B5EF4-FFF2-40B4-BE49-F238E27FC236}">
                <a16:creationId xmlns:a16="http://schemas.microsoft.com/office/drawing/2014/main" id="{D2BAF328-75D1-490D-BF37-96EE6C0843E2}"/>
              </a:ext>
            </a:extLst>
          </p:cNvPr>
          <p:cNvSpPr txBox="1">
            <a:spLocks/>
          </p:cNvSpPr>
          <p:nvPr userDrawn="1"/>
        </p:nvSpPr>
        <p:spPr>
          <a:xfrm>
            <a:off x="1243632" y="5641118"/>
            <a:ext cx="5068569" cy="310819"/>
          </a:xfrm>
          <a:prstGeom prst="rect">
            <a:avLst/>
          </a:prstGeom>
        </p:spPr>
        <p:txBody>
          <a:bodyPr vert="horz" lIns="91440" tIns="45720" rIns="91440" bIns="45720" rtlCol="0" anchor="ctr"/>
          <a:lstStyle>
            <a:defPPr>
              <a:defRPr lang="en-US"/>
            </a:defPPr>
            <a:lvl1pPr marL="0" algn="l" defTabSz="457200" rtl="0" eaLnBrk="1" latinLnBrk="0" hangingPunct="1">
              <a:defRPr sz="1000" kern="1200">
                <a:solidFill>
                  <a:schemeClr val="tx1">
                    <a:lumMod val="85000"/>
                    <a:lumOff val="1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defRPr/>
            </a:pPr>
            <a:r>
              <a:rPr lang="en-US">
                <a:solidFill>
                  <a:schemeClr val="bg1"/>
                </a:solidFill>
              </a:rPr>
              <a:t>Sample Footer Text</a:t>
            </a:r>
          </a:p>
        </p:txBody>
      </p:sp>
      <p:sp>
        <p:nvSpPr>
          <p:cNvPr id="18" name="Slide Number Placeholder 21">
            <a:extLst>
              <a:ext uri="{FF2B5EF4-FFF2-40B4-BE49-F238E27FC236}">
                <a16:creationId xmlns:a16="http://schemas.microsoft.com/office/drawing/2014/main" id="{5A2A2B37-48E8-4C00-91B4-63F0C7AAE23F}"/>
              </a:ext>
            </a:extLst>
          </p:cNvPr>
          <p:cNvSpPr txBox="1">
            <a:spLocks/>
          </p:cNvSpPr>
          <p:nvPr userDrawn="1"/>
        </p:nvSpPr>
        <p:spPr>
          <a:xfrm>
            <a:off x="9443794" y="6392314"/>
            <a:ext cx="2111881" cy="228600"/>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defRPr/>
            </a:pPr>
            <a:fld id="{70B1FE82-5036-4003-B709-0840DA750BBE}" type="slidenum">
              <a:rPr lang="en-US" smtClean="0">
                <a:solidFill>
                  <a:srgbClr val="FFFFFF"/>
                </a:solidFill>
                <a:effectLst>
                  <a:outerShdw blurRad="50800" dist="38100" dir="2700000" algn="tl" rotWithShape="0">
                    <a:prstClr val="black">
                      <a:alpha val="43000"/>
                    </a:prstClr>
                  </a:outerShdw>
                </a:effectLst>
              </a:rPr>
              <a:pPr defTabSz="914400">
                <a:defRPr/>
              </a:pPr>
              <a:t>‹#›</a:t>
            </a:fld>
            <a:endParaRPr lang="en-US">
              <a:solidFill>
                <a:srgbClr val="FFFFFF"/>
              </a:solidFill>
              <a:effectLst>
                <a:outerShdw blurRad="50800" dist="38100" dir="2700000" algn="tl" rotWithShape="0">
                  <a:prstClr val="black">
                    <a:alpha val="43000"/>
                  </a:prstClr>
                </a:outerShdw>
              </a:effectLst>
            </a:endParaRPr>
          </a:p>
        </p:txBody>
      </p:sp>
    </p:spTree>
    <p:extLst>
      <p:ext uri="{BB962C8B-B14F-4D97-AF65-F5344CB8AC3E}">
        <p14:creationId xmlns:p14="http://schemas.microsoft.com/office/powerpoint/2010/main" val="676324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Sample Footer Text</a:t>
            </a:r>
          </a:p>
        </p:txBody>
      </p:sp>
      <p:sp>
        <p:nvSpPr>
          <p:cNvPr id="4" name="Date Placeholder 3"/>
          <p:cNvSpPr>
            <a:spLocks noGrp="1"/>
          </p:cNvSpPr>
          <p:nvPr>
            <p:ph type="dt" sz="half" idx="10"/>
          </p:nvPr>
        </p:nvSpPr>
        <p:spPr/>
        <p:txBody>
          <a:bodyPr/>
          <a:lstStyle>
            <a:lvl1pPr>
              <a:defRPr/>
            </a:lvl1pPr>
          </a:lstStyle>
          <a:p>
            <a:r>
              <a:rPr lang="en-US"/>
              <a:t>20XX</a:t>
            </a:r>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574202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eam">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5B0C2F6-1B8C-43CC-92A5-2D5502929FC9}"/>
              </a:ext>
              <a:ext uri="{C183D7F6-B498-43B3-948B-1728B52AA6E4}">
                <adec:decorative xmlns:adec="http://schemas.microsoft.com/office/drawing/2017/decorative" val="1"/>
              </a:ext>
            </a:extLst>
          </p:cNvPr>
          <p:cNvSpPr/>
          <p:nvPr userDrawn="1"/>
        </p:nvSpPr>
        <p:spPr>
          <a:xfrm>
            <a:off x="643349" y="648230"/>
            <a:ext cx="10905302" cy="1997060"/>
          </a:xfrm>
          <a:prstGeom prst="rect">
            <a:avLst/>
          </a:prstGeom>
          <a:solidFill>
            <a:schemeClr val="tx1">
              <a:lumMod val="75000"/>
              <a:lumOff val="25000"/>
            </a:schemeClr>
          </a:solidFill>
          <a:ln w="6350" cap="flat" cmpd="sng" algn="ctr">
            <a:noFill/>
            <a:prstDash val="solid"/>
          </a:ln>
          <a:effectLst>
            <a:outerShdw blurRad="50800" algn="ctr" rotWithShape="0">
              <a:prstClr val="black">
                <a:alpha val="66000"/>
              </a:prstClr>
            </a:outerShdw>
            <a:softEdge rad="0"/>
          </a:effectLst>
        </p:spPr>
      </p:sp>
      <p:sp>
        <p:nvSpPr>
          <p:cNvPr id="2" name="Title 1">
            <a:extLst>
              <a:ext uri="{FF2B5EF4-FFF2-40B4-BE49-F238E27FC236}">
                <a16:creationId xmlns:a16="http://schemas.microsoft.com/office/drawing/2014/main" id="{16983D5E-8A96-4276-9D60-66D16276D065}"/>
              </a:ext>
            </a:extLst>
          </p:cNvPr>
          <p:cNvSpPr>
            <a:spLocks noGrp="1"/>
          </p:cNvSpPr>
          <p:nvPr>
            <p:ph type="title"/>
          </p:nvPr>
        </p:nvSpPr>
        <p:spPr>
          <a:xfrm>
            <a:off x="912628" y="1057275"/>
            <a:ext cx="10366743" cy="1235895"/>
          </a:xfrm>
        </p:spPr>
        <p:txBody>
          <a:bodyPr/>
          <a:lstStyle>
            <a:lvl1pPr algn="ctr">
              <a:defRPr>
                <a:solidFill>
                  <a:schemeClr val="bg1"/>
                </a:solidFill>
              </a:defRPr>
            </a:lvl1pPr>
          </a:lstStyle>
          <a:p>
            <a:r>
              <a:rPr lang="en-US"/>
              <a:t>Click to edit Master title style</a:t>
            </a:r>
          </a:p>
        </p:txBody>
      </p:sp>
      <p:sp>
        <p:nvSpPr>
          <p:cNvPr id="7" name="Rectangle 6">
            <a:extLst>
              <a:ext uri="{FF2B5EF4-FFF2-40B4-BE49-F238E27FC236}">
                <a16:creationId xmlns:a16="http://schemas.microsoft.com/office/drawing/2014/main" id="{FC4707CC-694D-4162-B68A-B7D9345B3F32}"/>
              </a:ext>
              <a:ext uri="{C183D7F6-B498-43B3-948B-1728B52AA6E4}">
                <adec:decorative xmlns:adec="http://schemas.microsoft.com/office/drawing/2017/decorative" val="1"/>
              </a:ext>
            </a:extLst>
          </p:cNvPr>
          <p:cNvSpPr/>
          <p:nvPr userDrawn="1"/>
        </p:nvSpPr>
        <p:spPr>
          <a:xfrm>
            <a:off x="806196" y="814657"/>
            <a:ext cx="10579608" cy="1664208"/>
          </a:xfrm>
          <a:prstGeom prst="rect">
            <a:avLst/>
          </a:prstGeom>
          <a:noFill/>
          <a:ln w="6350" cap="sq" cmpd="sng" algn="ctr">
            <a:solidFill>
              <a:schemeClr val="bg1"/>
            </a:solidFill>
            <a:prstDash val="solid"/>
            <a:miter lim="800000"/>
          </a:ln>
          <a:effectLst/>
        </p:spPr>
      </p:sp>
      <p:sp>
        <p:nvSpPr>
          <p:cNvPr id="21" name="Picture Placeholder 20">
            <a:extLst>
              <a:ext uri="{FF2B5EF4-FFF2-40B4-BE49-F238E27FC236}">
                <a16:creationId xmlns:a16="http://schemas.microsoft.com/office/drawing/2014/main" id="{079F8F29-0E9E-49F7-93F4-FCC8C82EE115}"/>
              </a:ext>
            </a:extLst>
          </p:cNvPr>
          <p:cNvSpPr>
            <a:spLocks noGrp="1"/>
          </p:cNvSpPr>
          <p:nvPr>
            <p:ph type="pic" sz="quarter" idx="13"/>
          </p:nvPr>
        </p:nvSpPr>
        <p:spPr>
          <a:xfrm>
            <a:off x="609600" y="2884815"/>
            <a:ext cx="2279650" cy="2552700"/>
          </a:xfrm>
        </p:spPr>
        <p:txBody>
          <a:bodyPr/>
          <a:lstStyle/>
          <a:p>
            <a:endParaRPr lang="en-US"/>
          </a:p>
        </p:txBody>
      </p:sp>
      <p:sp>
        <p:nvSpPr>
          <p:cNvPr id="25" name="Text Placeholder 27">
            <a:extLst>
              <a:ext uri="{FF2B5EF4-FFF2-40B4-BE49-F238E27FC236}">
                <a16:creationId xmlns:a16="http://schemas.microsoft.com/office/drawing/2014/main" id="{9925214F-17A5-4C60-AADE-6A1BC129895C}"/>
              </a:ext>
            </a:extLst>
          </p:cNvPr>
          <p:cNvSpPr>
            <a:spLocks noGrp="1"/>
          </p:cNvSpPr>
          <p:nvPr>
            <p:ph type="body" sz="quarter" idx="17"/>
          </p:nvPr>
        </p:nvSpPr>
        <p:spPr>
          <a:xfrm>
            <a:off x="609599" y="5635244"/>
            <a:ext cx="2279649" cy="350292"/>
          </a:xfrm>
        </p:spPr>
        <p:txBody>
          <a:bodyPr>
            <a:normAutofit/>
          </a:bodyPr>
          <a:lstStyle>
            <a:lvl1pPr marL="0" indent="0" algn="ctr">
              <a:buNone/>
              <a:defRPr lang="en-US" sz="1800" kern="1200" dirty="0" smtClean="0">
                <a:solidFill>
                  <a:schemeClr val="tx1"/>
                </a:solidFill>
                <a:latin typeface="+mn-lt"/>
                <a:ea typeface="+mn-ea"/>
                <a:cs typeface="+mn-cs"/>
              </a:defRPr>
            </a:lvl1pPr>
            <a:lvl2pPr marL="0" indent="0">
              <a:buNone/>
              <a:defRPr/>
            </a:lvl2pPr>
          </a:lstStyle>
          <a:p>
            <a:pPr lvl="0"/>
            <a:r>
              <a:rPr lang="en-US"/>
              <a:t>Click to edit</a:t>
            </a:r>
          </a:p>
        </p:txBody>
      </p:sp>
      <p:sp>
        <p:nvSpPr>
          <p:cNvPr id="26" name="Text Placeholder 27">
            <a:extLst>
              <a:ext uri="{FF2B5EF4-FFF2-40B4-BE49-F238E27FC236}">
                <a16:creationId xmlns:a16="http://schemas.microsoft.com/office/drawing/2014/main" id="{10700E3A-7CD7-4A3D-BA94-0E5BCAC92A8A}"/>
              </a:ext>
            </a:extLst>
          </p:cNvPr>
          <p:cNvSpPr>
            <a:spLocks noGrp="1"/>
          </p:cNvSpPr>
          <p:nvPr>
            <p:ph type="body" sz="quarter" idx="18"/>
          </p:nvPr>
        </p:nvSpPr>
        <p:spPr>
          <a:xfrm>
            <a:off x="609599" y="5912412"/>
            <a:ext cx="2279649" cy="350292"/>
          </a:xfrm>
        </p:spPr>
        <p:txBody>
          <a:bodyPr>
            <a:noAutofit/>
          </a:bodyPr>
          <a:lstStyle>
            <a:lvl1pPr marL="0" indent="0" algn="ctr">
              <a:buNone/>
              <a:defRPr lang="en-US" sz="1400" kern="1200" dirty="0" smtClean="0">
                <a:solidFill>
                  <a:schemeClr val="tx1"/>
                </a:solidFill>
                <a:latin typeface="+mn-lt"/>
                <a:ea typeface="+mn-ea"/>
                <a:cs typeface="+mn-cs"/>
              </a:defRPr>
            </a:lvl1pPr>
            <a:lvl2pPr marL="0" indent="0">
              <a:buNone/>
              <a:defRPr/>
            </a:lvl2pPr>
          </a:lstStyle>
          <a:p>
            <a:pPr lvl="0"/>
            <a:r>
              <a:rPr lang="en-US"/>
              <a:t>Click to edit</a:t>
            </a:r>
          </a:p>
        </p:txBody>
      </p:sp>
      <p:sp>
        <p:nvSpPr>
          <p:cNvPr id="22" name="Picture Placeholder 20">
            <a:extLst>
              <a:ext uri="{FF2B5EF4-FFF2-40B4-BE49-F238E27FC236}">
                <a16:creationId xmlns:a16="http://schemas.microsoft.com/office/drawing/2014/main" id="{2E6EB481-2A99-4088-95C0-0D5BAFDFF02F}"/>
              </a:ext>
            </a:extLst>
          </p:cNvPr>
          <p:cNvSpPr>
            <a:spLocks noGrp="1"/>
          </p:cNvSpPr>
          <p:nvPr>
            <p:ph type="pic" sz="quarter" idx="14"/>
          </p:nvPr>
        </p:nvSpPr>
        <p:spPr>
          <a:xfrm>
            <a:off x="3496066" y="2884815"/>
            <a:ext cx="2279650" cy="2552700"/>
          </a:xfrm>
        </p:spPr>
        <p:txBody>
          <a:bodyPr/>
          <a:lstStyle/>
          <a:p>
            <a:endParaRPr lang="en-US"/>
          </a:p>
        </p:txBody>
      </p:sp>
      <p:sp>
        <p:nvSpPr>
          <p:cNvPr id="27" name="Text Placeholder 27">
            <a:extLst>
              <a:ext uri="{FF2B5EF4-FFF2-40B4-BE49-F238E27FC236}">
                <a16:creationId xmlns:a16="http://schemas.microsoft.com/office/drawing/2014/main" id="{4097BC1F-331F-4D57-993D-EFBB792275DD}"/>
              </a:ext>
            </a:extLst>
          </p:cNvPr>
          <p:cNvSpPr>
            <a:spLocks noGrp="1"/>
          </p:cNvSpPr>
          <p:nvPr>
            <p:ph type="body" sz="quarter" idx="19"/>
          </p:nvPr>
        </p:nvSpPr>
        <p:spPr>
          <a:xfrm>
            <a:off x="3496067" y="5635244"/>
            <a:ext cx="2279649" cy="350292"/>
          </a:xfrm>
        </p:spPr>
        <p:txBody>
          <a:bodyPr>
            <a:normAutofit/>
          </a:bodyPr>
          <a:lstStyle>
            <a:lvl1pPr marL="0" indent="0" algn="ctr">
              <a:buNone/>
              <a:defRPr lang="en-US" sz="1800" kern="1200" dirty="0" smtClean="0">
                <a:solidFill>
                  <a:schemeClr val="tx1"/>
                </a:solidFill>
                <a:latin typeface="+mn-lt"/>
                <a:ea typeface="+mn-ea"/>
                <a:cs typeface="+mn-cs"/>
              </a:defRPr>
            </a:lvl1pPr>
            <a:lvl2pPr marL="0" indent="0">
              <a:buNone/>
              <a:defRPr/>
            </a:lvl2pPr>
          </a:lstStyle>
          <a:p>
            <a:pPr lvl="0"/>
            <a:r>
              <a:rPr lang="en-US"/>
              <a:t>Click to edit</a:t>
            </a:r>
          </a:p>
        </p:txBody>
      </p:sp>
      <p:sp>
        <p:nvSpPr>
          <p:cNvPr id="28" name="Text Placeholder 27">
            <a:extLst>
              <a:ext uri="{FF2B5EF4-FFF2-40B4-BE49-F238E27FC236}">
                <a16:creationId xmlns:a16="http://schemas.microsoft.com/office/drawing/2014/main" id="{DCC61962-73A1-4768-8408-43E07ED2C1AB}"/>
              </a:ext>
            </a:extLst>
          </p:cNvPr>
          <p:cNvSpPr>
            <a:spLocks noGrp="1"/>
          </p:cNvSpPr>
          <p:nvPr>
            <p:ph type="body" sz="quarter" idx="20"/>
          </p:nvPr>
        </p:nvSpPr>
        <p:spPr>
          <a:xfrm>
            <a:off x="3496067" y="5912412"/>
            <a:ext cx="2279649" cy="350292"/>
          </a:xfrm>
        </p:spPr>
        <p:txBody>
          <a:bodyPr>
            <a:noAutofit/>
          </a:bodyPr>
          <a:lstStyle>
            <a:lvl1pPr marL="0" indent="0" algn="ctr">
              <a:buNone/>
              <a:defRPr lang="en-US" sz="1400" kern="1200" dirty="0" smtClean="0">
                <a:solidFill>
                  <a:schemeClr val="tx1"/>
                </a:solidFill>
                <a:latin typeface="+mn-lt"/>
                <a:ea typeface="+mn-ea"/>
                <a:cs typeface="+mn-cs"/>
              </a:defRPr>
            </a:lvl1pPr>
            <a:lvl2pPr marL="0" indent="0">
              <a:buNone/>
              <a:defRPr/>
            </a:lvl2pPr>
          </a:lstStyle>
          <a:p>
            <a:pPr lvl="0"/>
            <a:r>
              <a:rPr lang="en-US"/>
              <a:t>Click to edit</a:t>
            </a:r>
          </a:p>
        </p:txBody>
      </p:sp>
      <p:sp>
        <p:nvSpPr>
          <p:cNvPr id="36" name="Footer Placeholder 4">
            <a:extLst>
              <a:ext uri="{FF2B5EF4-FFF2-40B4-BE49-F238E27FC236}">
                <a16:creationId xmlns:a16="http://schemas.microsoft.com/office/drawing/2014/main" id="{8013A142-804D-471C-B2DD-DEC1B8C58502}"/>
              </a:ext>
            </a:extLst>
          </p:cNvPr>
          <p:cNvSpPr>
            <a:spLocks noGrp="1"/>
          </p:cNvSpPr>
          <p:nvPr>
            <p:ph type="ftr" sz="quarter" idx="11"/>
          </p:nvPr>
        </p:nvSpPr>
        <p:spPr>
          <a:xfrm>
            <a:off x="639095" y="6296388"/>
            <a:ext cx="5816600" cy="365760"/>
          </a:xfrm>
        </p:spPr>
        <p:txBody>
          <a:bodyPr/>
          <a:lstStyle/>
          <a:p>
            <a:r>
              <a:rPr lang="en-US"/>
              <a:t>Sample Footer Text</a:t>
            </a:r>
          </a:p>
        </p:txBody>
      </p:sp>
      <p:sp>
        <p:nvSpPr>
          <p:cNvPr id="23" name="Picture Placeholder 20">
            <a:extLst>
              <a:ext uri="{FF2B5EF4-FFF2-40B4-BE49-F238E27FC236}">
                <a16:creationId xmlns:a16="http://schemas.microsoft.com/office/drawing/2014/main" id="{A231814F-4139-4547-9058-18BF9C9E8833}"/>
              </a:ext>
            </a:extLst>
          </p:cNvPr>
          <p:cNvSpPr>
            <a:spLocks noGrp="1"/>
          </p:cNvSpPr>
          <p:nvPr>
            <p:ph type="pic" sz="quarter" idx="15"/>
          </p:nvPr>
        </p:nvSpPr>
        <p:spPr>
          <a:xfrm>
            <a:off x="6382532" y="2884815"/>
            <a:ext cx="2279650" cy="2552700"/>
          </a:xfrm>
        </p:spPr>
        <p:txBody>
          <a:bodyPr/>
          <a:lstStyle/>
          <a:p>
            <a:endParaRPr lang="en-US"/>
          </a:p>
        </p:txBody>
      </p:sp>
      <p:sp>
        <p:nvSpPr>
          <p:cNvPr id="29" name="Text Placeholder 27">
            <a:extLst>
              <a:ext uri="{FF2B5EF4-FFF2-40B4-BE49-F238E27FC236}">
                <a16:creationId xmlns:a16="http://schemas.microsoft.com/office/drawing/2014/main" id="{A6CD17BC-BF82-4EF5-8F4B-8D615A2FD248}"/>
              </a:ext>
            </a:extLst>
          </p:cNvPr>
          <p:cNvSpPr>
            <a:spLocks noGrp="1"/>
          </p:cNvSpPr>
          <p:nvPr>
            <p:ph type="body" sz="quarter" idx="21"/>
          </p:nvPr>
        </p:nvSpPr>
        <p:spPr>
          <a:xfrm>
            <a:off x="6382535" y="5635244"/>
            <a:ext cx="2279649" cy="350292"/>
          </a:xfrm>
        </p:spPr>
        <p:txBody>
          <a:bodyPr>
            <a:normAutofit/>
          </a:bodyPr>
          <a:lstStyle>
            <a:lvl1pPr marL="0" indent="0" algn="ctr">
              <a:buNone/>
              <a:defRPr lang="en-US" sz="1800" kern="1200" dirty="0" smtClean="0">
                <a:solidFill>
                  <a:schemeClr val="tx1"/>
                </a:solidFill>
                <a:latin typeface="+mn-lt"/>
                <a:ea typeface="+mn-ea"/>
                <a:cs typeface="+mn-cs"/>
              </a:defRPr>
            </a:lvl1pPr>
            <a:lvl2pPr marL="0" indent="0">
              <a:buNone/>
              <a:defRPr/>
            </a:lvl2pPr>
          </a:lstStyle>
          <a:p>
            <a:pPr lvl="0"/>
            <a:r>
              <a:rPr lang="en-US"/>
              <a:t>Click to edit</a:t>
            </a:r>
          </a:p>
        </p:txBody>
      </p:sp>
      <p:sp>
        <p:nvSpPr>
          <p:cNvPr id="30" name="Text Placeholder 27">
            <a:extLst>
              <a:ext uri="{FF2B5EF4-FFF2-40B4-BE49-F238E27FC236}">
                <a16:creationId xmlns:a16="http://schemas.microsoft.com/office/drawing/2014/main" id="{CA5F4D35-7EF1-463D-8005-F3950B654127}"/>
              </a:ext>
            </a:extLst>
          </p:cNvPr>
          <p:cNvSpPr>
            <a:spLocks noGrp="1"/>
          </p:cNvSpPr>
          <p:nvPr>
            <p:ph type="body" sz="quarter" idx="22"/>
          </p:nvPr>
        </p:nvSpPr>
        <p:spPr>
          <a:xfrm>
            <a:off x="6382535" y="5912412"/>
            <a:ext cx="2279649" cy="350292"/>
          </a:xfrm>
        </p:spPr>
        <p:txBody>
          <a:bodyPr>
            <a:noAutofit/>
          </a:bodyPr>
          <a:lstStyle>
            <a:lvl1pPr marL="0" indent="0" algn="ctr">
              <a:buNone/>
              <a:defRPr lang="en-US" sz="1400" kern="1200" dirty="0" smtClean="0">
                <a:solidFill>
                  <a:schemeClr val="tx1"/>
                </a:solidFill>
                <a:latin typeface="+mn-lt"/>
                <a:ea typeface="+mn-ea"/>
                <a:cs typeface="+mn-cs"/>
              </a:defRPr>
            </a:lvl1pPr>
            <a:lvl2pPr marL="0" indent="0">
              <a:buNone/>
              <a:defRPr/>
            </a:lvl2pPr>
          </a:lstStyle>
          <a:p>
            <a:pPr lvl="0"/>
            <a:r>
              <a:rPr lang="en-US"/>
              <a:t>Click to edit</a:t>
            </a:r>
          </a:p>
        </p:txBody>
      </p:sp>
      <p:sp>
        <p:nvSpPr>
          <p:cNvPr id="24" name="Picture Placeholder 20">
            <a:extLst>
              <a:ext uri="{FF2B5EF4-FFF2-40B4-BE49-F238E27FC236}">
                <a16:creationId xmlns:a16="http://schemas.microsoft.com/office/drawing/2014/main" id="{6CDB3226-AAE1-4106-A166-12BCFA73DA18}"/>
              </a:ext>
            </a:extLst>
          </p:cNvPr>
          <p:cNvSpPr>
            <a:spLocks noGrp="1"/>
          </p:cNvSpPr>
          <p:nvPr>
            <p:ph type="pic" sz="quarter" idx="16"/>
          </p:nvPr>
        </p:nvSpPr>
        <p:spPr>
          <a:xfrm>
            <a:off x="9269001" y="2884815"/>
            <a:ext cx="2279650" cy="2552700"/>
          </a:xfrm>
        </p:spPr>
        <p:txBody>
          <a:bodyPr/>
          <a:lstStyle/>
          <a:p>
            <a:endParaRPr lang="en-US"/>
          </a:p>
        </p:txBody>
      </p:sp>
      <p:sp>
        <p:nvSpPr>
          <p:cNvPr id="31" name="Text Placeholder 27">
            <a:extLst>
              <a:ext uri="{FF2B5EF4-FFF2-40B4-BE49-F238E27FC236}">
                <a16:creationId xmlns:a16="http://schemas.microsoft.com/office/drawing/2014/main" id="{C3CD8083-90C5-4685-A286-1A99E5DC3125}"/>
              </a:ext>
            </a:extLst>
          </p:cNvPr>
          <p:cNvSpPr>
            <a:spLocks noGrp="1"/>
          </p:cNvSpPr>
          <p:nvPr>
            <p:ph type="body" sz="quarter" idx="23"/>
          </p:nvPr>
        </p:nvSpPr>
        <p:spPr>
          <a:xfrm>
            <a:off x="9269002" y="5635244"/>
            <a:ext cx="2279649" cy="350292"/>
          </a:xfrm>
        </p:spPr>
        <p:txBody>
          <a:bodyPr>
            <a:normAutofit/>
          </a:bodyPr>
          <a:lstStyle>
            <a:lvl1pPr marL="0" indent="0" algn="ctr">
              <a:buNone/>
              <a:defRPr lang="en-US" sz="1800" kern="1200" dirty="0" smtClean="0">
                <a:solidFill>
                  <a:schemeClr val="tx1"/>
                </a:solidFill>
                <a:latin typeface="+mn-lt"/>
                <a:ea typeface="+mn-ea"/>
                <a:cs typeface="+mn-cs"/>
              </a:defRPr>
            </a:lvl1pPr>
            <a:lvl2pPr marL="0" indent="0">
              <a:buNone/>
              <a:defRPr/>
            </a:lvl2pPr>
          </a:lstStyle>
          <a:p>
            <a:pPr lvl="0"/>
            <a:r>
              <a:rPr lang="en-US"/>
              <a:t>Click to edit</a:t>
            </a:r>
          </a:p>
        </p:txBody>
      </p:sp>
      <p:sp>
        <p:nvSpPr>
          <p:cNvPr id="32" name="Text Placeholder 27">
            <a:extLst>
              <a:ext uri="{FF2B5EF4-FFF2-40B4-BE49-F238E27FC236}">
                <a16:creationId xmlns:a16="http://schemas.microsoft.com/office/drawing/2014/main" id="{5FB222BC-D05B-4E76-A0DC-25657322AF84}"/>
              </a:ext>
            </a:extLst>
          </p:cNvPr>
          <p:cNvSpPr>
            <a:spLocks noGrp="1"/>
          </p:cNvSpPr>
          <p:nvPr>
            <p:ph type="body" sz="quarter" idx="24"/>
          </p:nvPr>
        </p:nvSpPr>
        <p:spPr>
          <a:xfrm>
            <a:off x="9269002" y="5912412"/>
            <a:ext cx="2279649" cy="350292"/>
          </a:xfrm>
        </p:spPr>
        <p:txBody>
          <a:bodyPr>
            <a:noAutofit/>
          </a:bodyPr>
          <a:lstStyle>
            <a:lvl1pPr marL="0" indent="0" algn="ctr">
              <a:buNone/>
              <a:defRPr lang="en-US" sz="1400" kern="1200" dirty="0" smtClean="0">
                <a:solidFill>
                  <a:schemeClr val="tx1"/>
                </a:solidFill>
                <a:latin typeface="+mn-lt"/>
                <a:ea typeface="+mn-ea"/>
                <a:cs typeface="+mn-cs"/>
              </a:defRPr>
            </a:lvl1pPr>
            <a:lvl2pPr marL="0" indent="0">
              <a:buNone/>
              <a:defRPr/>
            </a:lvl2pPr>
          </a:lstStyle>
          <a:p>
            <a:pPr lvl="0"/>
            <a:r>
              <a:rPr lang="en-US"/>
              <a:t>Click to edit</a:t>
            </a:r>
          </a:p>
        </p:txBody>
      </p:sp>
      <p:cxnSp>
        <p:nvCxnSpPr>
          <p:cNvPr id="9" name="Straight Connector 8">
            <a:extLst>
              <a:ext uri="{FF2B5EF4-FFF2-40B4-BE49-F238E27FC236}">
                <a16:creationId xmlns:a16="http://schemas.microsoft.com/office/drawing/2014/main" id="{4D6FBB75-8D79-4225-A448-37C04F053D3B}"/>
              </a:ext>
              <a:ext uri="{C183D7F6-B498-43B3-948B-1728B52AA6E4}">
                <adec:decorative xmlns:adec="http://schemas.microsoft.com/office/drawing/2017/decorative" val="1"/>
              </a:ext>
            </a:extLst>
          </p:cNvPr>
          <p:cNvCxnSpPr/>
          <p:nvPr userDrawn="1"/>
        </p:nvCxnSpPr>
        <p:spPr>
          <a:xfrm>
            <a:off x="3192658" y="3310653"/>
            <a:ext cx="0" cy="1747157"/>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4C41CC5-2A7C-4774-98CE-C7212DFDCC08}"/>
              </a:ext>
              <a:ext uri="{C183D7F6-B498-43B3-948B-1728B52AA6E4}">
                <adec:decorative xmlns:adec="http://schemas.microsoft.com/office/drawing/2017/decorative" val="1"/>
              </a:ext>
            </a:extLst>
          </p:cNvPr>
          <p:cNvCxnSpPr/>
          <p:nvPr userDrawn="1"/>
        </p:nvCxnSpPr>
        <p:spPr>
          <a:xfrm>
            <a:off x="6079124" y="3310653"/>
            <a:ext cx="0" cy="1747157"/>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2861725-0EF3-4133-B06C-063F42B11115}"/>
              </a:ext>
              <a:ext uri="{C183D7F6-B498-43B3-948B-1728B52AA6E4}">
                <adec:decorative xmlns:adec="http://schemas.microsoft.com/office/drawing/2017/decorative" val="1"/>
              </a:ext>
            </a:extLst>
          </p:cNvPr>
          <p:cNvCxnSpPr/>
          <p:nvPr userDrawn="1"/>
        </p:nvCxnSpPr>
        <p:spPr>
          <a:xfrm>
            <a:off x="8965590" y="3310653"/>
            <a:ext cx="0" cy="1747157"/>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5" name="Date Placeholder 3">
            <a:extLst>
              <a:ext uri="{FF2B5EF4-FFF2-40B4-BE49-F238E27FC236}">
                <a16:creationId xmlns:a16="http://schemas.microsoft.com/office/drawing/2014/main" id="{7FDBCC4A-1C49-4C93-AD45-AD78087E23D6}"/>
              </a:ext>
            </a:extLst>
          </p:cNvPr>
          <p:cNvSpPr txBox="1">
            <a:spLocks/>
          </p:cNvSpPr>
          <p:nvPr userDrawn="1"/>
        </p:nvSpPr>
        <p:spPr>
          <a:xfrm>
            <a:off x="7684497" y="6296388"/>
            <a:ext cx="2893045" cy="365760"/>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20XX</a:t>
            </a:r>
          </a:p>
        </p:txBody>
      </p:sp>
      <p:sp>
        <p:nvSpPr>
          <p:cNvPr id="37" name="Slide Number Placeholder 5">
            <a:extLst>
              <a:ext uri="{FF2B5EF4-FFF2-40B4-BE49-F238E27FC236}">
                <a16:creationId xmlns:a16="http://schemas.microsoft.com/office/drawing/2014/main" id="{5EB09A52-50AB-4593-BCB7-23D4AEC88507}"/>
              </a:ext>
            </a:extLst>
          </p:cNvPr>
          <p:cNvSpPr>
            <a:spLocks noGrp="1"/>
          </p:cNvSpPr>
          <p:nvPr userDrawn="1">
            <p:ph type="sldNum" sz="quarter" idx="12"/>
          </p:nvPr>
        </p:nvSpPr>
        <p:spPr>
          <a:xfrm>
            <a:off x="10537721" y="6286556"/>
            <a:ext cx="838200" cy="365760"/>
          </a:xfrm>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837551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C4A46BB-9B50-4F09-9059-DA78048129D4}"/>
              </a:ext>
            </a:extLst>
          </p:cNvPr>
          <p:cNvSpPr/>
          <p:nvPr userDrawn="1"/>
        </p:nvSpPr>
        <p:spPr>
          <a:xfrm>
            <a:off x="5695067" y="1808532"/>
            <a:ext cx="5452527" cy="3240936"/>
          </a:xfrm>
          <a:prstGeom prst="rect">
            <a:avLst/>
          </a:prstGeom>
          <a:solidFill>
            <a:schemeClr val="tx1">
              <a:lumMod val="75000"/>
              <a:lumOff val="25000"/>
            </a:schemeClr>
          </a:solidFill>
          <a:ln w="6350" cap="sq" cmpd="sng" algn="ctr">
            <a:noFill/>
            <a:prstDash val="solid"/>
            <a:miter lim="800000"/>
          </a:ln>
          <a:effectLst/>
        </p:spPr>
      </p:sp>
      <p:sp>
        <p:nvSpPr>
          <p:cNvPr id="2" name="Title 1">
            <a:extLst>
              <a:ext uri="{FF2B5EF4-FFF2-40B4-BE49-F238E27FC236}">
                <a16:creationId xmlns:a16="http://schemas.microsoft.com/office/drawing/2014/main" id="{AF26F410-6A1D-427A-8C06-A0023004F50B}"/>
              </a:ext>
            </a:extLst>
          </p:cNvPr>
          <p:cNvSpPr>
            <a:spLocks noGrp="1"/>
          </p:cNvSpPr>
          <p:nvPr>
            <p:ph type="title"/>
          </p:nvPr>
        </p:nvSpPr>
        <p:spPr>
          <a:xfrm>
            <a:off x="6033793" y="2735221"/>
            <a:ext cx="4775075" cy="851219"/>
          </a:xfrm>
        </p:spPr>
        <p:txBody>
          <a:bodyPr/>
          <a:lstStyle>
            <a:lvl1pPr algn="ctr">
              <a:defRPr>
                <a:solidFill>
                  <a:schemeClr val="bg1"/>
                </a:solidFill>
              </a:defRPr>
            </a:lvl1pPr>
          </a:lstStyle>
          <a:p>
            <a:r>
              <a:rPr lang="en-US"/>
              <a:t>Click to edit</a:t>
            </a:r>
          </a:p>
        </p:txBody>
      </p:sp>
      <p:sp>
        <p:nvSpPr>
          <p:cNvPr id="7" name="Rectangle 6">
            <a:extLst>
              <a:ext uri="{FF2B5EF4-FFF2-40B4-BE49-F238E27FC236}">
                <a16:creationId xmlns:a16="http://schemas.microsoft.com/office/drawing/2014/main" id="{7DDF1FF2-5B9A-4BE9-AD3C-F215F0D25F7A}"/>
              </a:ext>
            </a:extLst>
          </p:cNvPr>
          <p:cNvSpPr/>
          <p:nvPr userDrawn="1"/>
        </p:nvSpPr>
        <p:spPr>
          <a:xfrm>
            <a:off x="5861010" y="1975104"/>
            <a:ext cx="5120640" cy="2907792"/>
          </a:xfrm>
          <a:prstGeom prst="rect">
            <a:avLst/>
          </a:prstGeom>
          <a:noFill/>
          <a:ln w="6350" cap="sq" cmpd="sng" algn="ctr">
            <a:solidFill>
              <a:schemeClr val="bg1"/>
            </a:solidFill>
            <a:prstDash val="solid"/>
            <a:miter lim="800000"/>
          </a:ln>
          <a:effectLst>
            <a:softEdge rad="0"/>
          </a:effectLst>
        </p:spPr>
      </p:sp>
      <p:sp>
        <p:nvSpPr>
          <p:cNvPr id="9" name="Subtitle 2">
            <a:extLst>
              <a:ext uri="{FF2B5EF4-FFF2-40B4-BE49-F238E27FC236}">
                <a16:creationId xmlns:a16="http://schemas.microsoft.com/office/drawing/2014/main" id="{04FC6A22-F9EC-4E20-B9CC-F012FA8E4C27}"/>
              </a:ext>
            </a:extLst>
          </p:cNvPr>
          <p:cNvSpPr>
            <a:spLocks noGrp="1"/>
          </p:cNvSpPr>
          <p:nvPr>
            <p:ph type="subTitle" idx="1"/>
          </p:nvPr>
        </p:nvSpPr>
        <p:spPr>
          <a:xfrm>
            <a:off x="6033793" y="3995988"/>
            <a:ext cx="4775075" cy="559656"/>
          </a:xfrm>
        </p:spPr>
        <p:txBody>
          <a:bodyPr/>
          <a:lstStyle>
            <a:lvl1pPr marL="0" indent="0" algn="ctr">
              <a:buNone/>
              <a:defRPr>
                <a:solidFill>
                  <a:schemeClr val="bg1"/>
                </a:solidFill>
              </a:defRPr>
            </a:lvl1pPr>
          </a:lstStyle>
          <a:p>
            <a:r>
              <a:rPr lang="en-US">
                <a:solidFill>
                  <a:schemeClr val="tx1"/>
                </a:solidFill>
              </a:rPr>
              <a:t>Subtitle</a:t>
            </a:r>
          </a:p>
        </p:txBody>
      </p:sp>
      <p:sp>
        <p:nvSpPr>
          <p:cNvPr id="10" name="Date Placeholder 17">
            <a:extLst>
              <a:ext uri="{FF2B5EF4-FFF2-40B4-BE49-F238E27FC236}">
                <a16:creationId xmlns:a16="http://schemas.microsoft.com/office/drawing/2014/main" id="{ABF19E1F-D7E9-4D44-9873-8D8DDC338F7E}"/>
              </a:ext>
            </a:extLst>
          </p:cNvPr>
          <p:cNvSpPr txBox="1">
            <a:spLocks/>
          </p:cNvSpPr>
          <p:nvPr userDrawn="1"/>
        </p:nvSpPr>
        <p:spPr>
          <a:xfrm>
            <a:off x="7369770" y="2040249"/>
            <a:ext cx="2103120" cy="315209"/>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defRPr/>
            </a:pPr>
            <a:r>
              <a:rPr lang="en-US" sz="1300">
                <a:solidFill>
                  <a:schemeClr val="bg1"/>
                </a:solidFill>
              </a:rPr>
              <a:t>20XX</a:t>
            </a:r>
          </a:p>
        </p:txBody>
      </p:sp>
      <p:sp>
        <p:nvSpPr>
          <p:cNvPr id="22" name="Picture Placeholder 21">
            <a:extLst>
              <a:ext uri="{FF2B5EF4-FFF2-40B4-BE49-F238E27FC236}">
                <a16:creationId xmlns:a16="http://schemas.microsoft.com/office/drawing/2014/main" id="{93C72E99-B7BE-4F82-AD93-38765570DB39}"/>
              </a:ext>
            </a:extLst>
          </p:cNvPr>
          <p:cNvSpPr>
            <a:spLocks noGrp="1"/>
          </p:cNvSpPr>
          <p:nvPr>
            <p:ph type="pic" sz="quarter" idx="10"/>
          </p:nvPr>
        </p:nvSpPr>
        <p:spPr>
          <a:xfrm>
            <a:off x="0" y="0"/>
            <a:ext cx="12192000" cy="6858000"/>
          </a:xfrm>
          <a:custGeom>
            <a:avLst/>
            <a:gdLst>
              <a:gd name="connsiteX0" fmla="*/ 5695067 w 12192000"/>
              <a:gd name="connsiteY0" fmla="*/ 1808532 h 6858000"/>
              <a:gd name="connsiteX1" fmla="*/ 5695067 w 12192000"/>
              <a:gd name="connsiteY1" fmla="*/ 5049468 h 6858000"/>
              <a:gd name="connsiteX2" fmla="*/ 11147594 w 12192000"/>
              <a:gd name="connsiteY2" fmla="*/ 5049468 h 6858000"/>
              <a:gd name="connsiteX3" fmla="*/ 11147594 w 12192000"/>
              <a:gd name="connsiteY3" fmla="*/ 1808532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5695067" y="1808532"/>
                </a:moveTo>
                <a:lnTo>
                  <a:pt x="5695067" y="5049468"/>
                </a:lnTo>
                <a:lnTo>
                  <a:pt x="11147594" y="5049468"/>
                </a:lnTo>
                <a:lnTo>
                  <a:pt x="11147594" y="1808532"/>
                </a:lnTo>
                <a:close/>
                <a:moveTo>
                  <a:pt x="0" y="0"/>
                </a:moveTo>
                <a:lnTo>
                  <a:pt x="12192000" y="0"/>
                </a:lnTo>
                <a:lnTo>
                  <a:pt x="12192000" y="6858000"/>
                </a:lnTo>
                <a:lnTo>
                  <a:pt x="0" y="6858000"/>
                </a:lnTo>
                <a:close/>
              </a:path>
            </a:pathLst>
          </a:custGeom>
        </p:spPr>
        <p:txBody>
          <a:bodyPr wrap="square">
            <a:noAutofit/>
          </a:bodyPr>
          <a:lstStyle/>
          <a:p>
            <a:endParaRPr lang="en-US"/>
          </a:p>
        </p:txBody>
      </p:sp>
    </p:spTree>
    <p:extLst>
      <p:ext uri="{BB962C8B-B14F-4D97-AF65-F5344CB8AC3E}">
        <p14:creationId xmlns:p14="http://schemas.microsoft.com/office/powerpoint/2010/main" val="2646542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ummary">
    <p:bg>
      <p:bgPr>
        <a:solidFill>
          <a:schemeClr val="bg1">
            <a:lumMod val="75000"/>
            <a:lumOff val="25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49982C2-1320-41E5-A31C-D8DA5C8A462F}"/>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bg1">
              <a:lumMod val="75000"/>
              <a:lumOff val="25000"/>
            </a:schemeClr>
          </a:solidFill>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C563FB1-76A9-4E53-9493-2B8680D68662}"/>
              </a:ext>
              <a:ext uri="{C183D7F6-B498-43B3-948B-1728B52AA6E4}">
                <adec:decorative xmlns:adec="http://schemas.microsoft.com/office/drawing/2017/decorative" val="1"/>
              </a:ext>
            </a:extLst>
          </p:cNvPr>
          <p:cNvSpPr/>
          <p:nvPr userDrawn="1"/>
        </p:nvSpPr>
        <p:spPr>
          <a:xfrm>
            <a:off x="4448" y="0"/>
            <a:ext cx="4651122" cy="6858000"/>
          </a:xfrm>
          <a:prstGeom prst="rect">
            <a:avLst/>
          </a:prstGeom>
          <a:solidFill>
            <a:schemeClr val="tx1"/>
          </a:solidFill>
          <a:ln>
            <a:noFill/>
          </a:ln>
          <a:effectLst>
            <a:innerShdw blurRad="63500" dist="31750">
              <a:prstClr val="black">
                <a:alpha val="4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C8F116A-4F5C-40E2-836F-919B8B939AD2}"/>
              </a:ext>
              <a:ext uri="{C183D7F6-B498-43B3-948B-1728B52AA6E4}">
                <adec:decorative xmlns:adec="http://schemas.microsoft.com/office/drawing/2017/decorative" val="1"/>
              </a:ext>
            </a:extLst>
          </p:cNvPr>
          <p:cNvSpPr/>
          <p:nvPr userDrawn="1"/>
        </p:nvSpPr>
        <p:spPr>
          <a:xfrm>
            <a:off x="1272" y="4123592"/>
            <a:ext cx="4654296" cy="91440"/>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27D978-81FB-4612-81AA-B7123E0D5B0C}"/>
              </a:ext>
              <a:ext uri="{C183D7F6-B498-43B3-948B-1728B52AA6E4}">
                <adec:decorative xmlns:adec="http://schemas.microsoft.com/office/drawing/2017/decorative" val="1"/>
              </a:ext>
            </a:extLst>
          </p:cNvPr>
          <p:cNvSpPr/>
          <p:nvPr userDrawn="1"/>
        </p:nvSpPr>
        <p:spPr>
          <a:xfrm>
            <a:off x="2284289" y="0"/>
            <a:ext cx="91440" cy="4206240"/>
          </a:xfrm>
          <a:prstGeom prst="rect">
            <a:avLst/>
          </a:prstGeom>
          <a:solidFill>
            <a:schemeClr val="bg1">
              <a:lumMod val="75000"/>
              <a:lumOff val="25000"/>
            </a:schemeClr>
          </a:solidFill>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00DC717-7560-4850-A68A-A881C97F3711}"/>
              </a:ext>
              <a:ext uri="{C183D7F6-B498-43B3-948B-1728B52AA6E4}">
                <adec:decorative xmlns:adec="http://schemas.microsoft.com/office/drawing/2017/decorative" val="1"/>
              </a:ext>
            </a:extLst>
          </p:cNvPr>
          <p:cNvSpPr/>
          <p:nvPr userDrawn="1"/>
        </p:nvSpPr>
        <p:spPr>
          <a:xfrm>
            <a:off x="2284289" y="2057400"/>
            <a:ext cx="2377440" cy="91440"/>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9F22527-F181-4C80-9977-C9894355CA8D}"/>
              </a:ext>
              <a:ext uri="{C183D7F6-B498-43B3-948B-1728B52AA6E4}">
                <adec:decorative xmlns:adec="http://schemas.microsoft.com/office/drawing/2017/decorative" val="1"/>
              </a:ext>
            </a:extLst>
          </p:cNvPr>
          <p:cNvSpPr/>
          <p:nvPr userDrawn="1"/>
        </p:nvSpPr>
        <p:spPr>
          <a:xfrm>
            <a:off x="5614028" y="971453"/>
            <a:ext cx="5623560" cy="4910328"/>
          </a:xfrm>
          <a:prstGeom prst="rect">
            <a:avLst/>
          </a:prstGeom>
          <a:noFill/>
          <a:ln w="6350" cap="sq" cmpd="sng" algn="ctr">
            <a:solidFill>
              <a:schemeClr val="bg1">
                <a:lumMod val="75000"/>
                <a:lumOff val="25000"/>
              </a:schemeClr>
            </a:solidFill>
            <a:prstDash val="solid"/>
            <a:miter lim="800000"/>
          </a:ln>
          <a:effectLst/>
        </p:spPr>
      </p:sp>
      <p:sp>
        <p:nvSpPr>
          <p:cNvPr id="16" name="Rectangle 15">
            <a:extLst>
              <a:ext uri="{FF2B5EF4-FFF2-40B4-BE49-F238E27FC236}">
                <a16:creationId xmlns:a16="http://schemas.microsoft.com/office/drawing/2014/main" id="{7CABAC30-6A2F-4907-8502-17DF9AEEE9CD}"/>
              </a:ext>
              <a:ext uri="{C183D7F6-B498-43B3-948B-1728B52AA6E4}">
                <adec:decorative xmlns:adec="http://schemas.microsoft.com/office/drawing/2017/decorative" val="1"/>
              </a:ext>
            </a:extLst>
          </p:cNvPr>
          <p:cNvSpPr/>
          <p:nvPr userDrawn="1"/>
        </p:nvSpPr>
        <p:spPr>
          <a:xfrm>
            <a:off x="5448300" y="806861"/>
            <a:ext cx="5955017" cy="5239512"/>
          </a:xfrm>
          <a:prstGeom prst="rect">
            <a:avLst/>
          </a:prstGeom>
          <a:solidFill>
            <a:schemeClr val="tx1"/>
          </a:solidFill>
          <a:ln w="6350" cap="flat" cmpd="sng" algn="ctr">
            <a:noFill/>
            <a:prstDash val="solid"/>
          </a:ln>
          <a:effectLst>
            <a:outerShdw blurRad="50800" algn="ctr" rotWithShape="0">
              <a:prstClr val="black">
                <a:alpha val="66000"/>
              </a:prstClr>
            </a:outerShdw>
            <a:softEdge rad="0"/>
          </a:effectLst>
        </p:spPr>
      </p:sp>
      <p:sp>
        <p:nvSpPr>
          <p:cNvPr id="2" name="Title 1">
            <a:extLst>
              <a:ext uri="{FF2B5EF4-FFF2-40B4-BE49-F238E27FC236}">
                <a16:creationId xmlns:a16="http://schemas.microsoft.com/office/drawing/2014/main" id="{603C9F96-79A7-44FA-A7FE-C0675B9967FC}"/>
              </a:ext>
            </a:extLst>
          </p:cNvPr>
          <p:cNvSpPr>
            <a:spLocks noGrp="1"/>
          </p:cNvSpPr>
          <p:nvPr>
            <p:ph type="title"/>
          </p:nvPr>
        </p:nvSpPr>
        <p:spPr>
          <a:xfrm>
            <a:off x="5867401" y="1290294"/>
            <a:ext cx="5116286" cy="1371600"/>
          </a:xfrm>
        </p:spPr>
        <p:txBody>
          <a:bodyPr/>
          <a:lstStyle>
            <a:lvl1pPr algn="ctr">
              <a:defRPr>
                <a:solidFill>
                  <a:schemeClr val="bg1"/>
                </a:solidFill>
              </a:defRPr>
            </a:lvl1pPr>
          </a:lstStyle>
          <a:p>
            <a:r>
              <a:rPr lang="en-US"/>
              <a:t>Click to edit Master title style</a:t>
            </a:r>
          </a:p>
        </p:txBody>
      </p:sp>
      <p:sp>
        <p:nvSpPr>
          <p:cNvPr id="18" name="Subtitle 2">
            <a:extLst>
              <a:ext uri="{FF2B5EF4-FFF2-40B4-BE49-F238E27FC236}">
                <a16:creationId xmlns:a16="http://schemas.microsoft.com/office/drawing/2014/main" id="{D72D6334-ED49-4D79-AAC2-10DCFF6D6651}"/>
              </a:ext>
            </a:extLst>
          </p:cNvPr>
          <p:cNvSpPr>
            <a:spLocks noGrp="1"/>
          </p:cNvSpPr>
          <p:nvPr>
            <p:ph type="subTitle" idx="1"/>
          </p:nvPr>
        </p:nvSpPr>
        <p:spPr>
          <a:xfrm>
            <a:off x="5867401" y="2980736"/>
            <a:ext cx="5116286" cy="2712494"/>
          </a:xfrm>
        </p:spPr>
        <p:txBody>
          <a:bodyPr>
            <a:normAutofit/>
          </a:bodyPr>
          <a:lstStyle>
            <a:lvl1pPr marL="0" indent="0" algn="ctr">
              <a:buNone/>
              <a:defRPr>
                <a:solidFill>
                  <a:schemeClr val="bg1">
                    <a:lumMod val="85000"/>
                    <a:lumOff val="15000"/>
                  </a:schemeClr>
                </a:solidFill>
              </a:defRPr>
            </a:lvl1pPr>
          </a:lstStyle>
          <a:p>
            <a:endParaRPr lang="en-US" sz="1800">
              <a:solidFill>
                <a:schemeClr val="bg1">
                  <a:lumMod val="85000"/>
                  <a:lumOff val="15000"/>
                </a:schemeClr>
              </a:solidFill>
            </a:endParaRPr>
          </a:p>
        </p:txBody>
      </p:sp>
      <p:sp>
        <p:nvSpPr>
          <p:cNvPr id="12" name="Date Placeholder 3">
            <a:extLst>
              <a:ext uri="{FF2B5EF4-FFF2-40B4-BE49-F238E27FC236}">
                <a16:creationId xmlns:a16="http://schemas.microsoft.com/office/drawing/2014/main" id="{0FE3A1CC-4DE8-4FC6-839D-CD3607B8D426}"/>
              </a:ext>
            </a:extLst>
          </p:cNvPr>
          <p:cNvSpPr txBox="1">
            <a:spLocks/>
          </p:cNvSpPr>
          <p:nvPr userDrawn="1"/>
        </p:nvSpPr>
        <p:spPr>
          <a:xfrm>
            <a:off x="7048099" y="302355"/>
            <a:ext cx="2743200" cy="350785"/>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t>20XX</a:t>
            </a:r>
          </a:p>
        </p:txBody>
      </p:sp>
      <p:sp>
        <p:nvSpPr>
          <p:cNvPr id="22" name="Picture Placeholder 21">
            <a:extLst>
              <a:ext uri="{FF2B5EF4-FFF2-40B4-BE49-F238E27FC236}">
                <a16:creationId xmlns:a16="http://schemas.microsoft.com/office/drawing/2014/main" id="{C9E9A7CA-EE9C-4648-8016-1852440461F5}"/>
              </a:ext>
            </a:extLst>
          </p:cNvPr>
          <p:cNvSpPr>
            <a:spLocks noGrp="1"/>
          </p:cNvSpPr>
          <p:nvPr>
            <p:ph type="pic" sz="quarter" idx="13"/>
          </p:nvPr>
        </p:nvSpPr>
        <p:spPr>
          <a:xfrm>
            <a:off x="325438" y="326697"/>
            <a:ext cx="1636712" cy="3475163"/>
          </a:xfrm>
        </p:spPr>
        <p:txBody>
          <a:bodyPr/>
          <a:lstStyle/>
          <a:p>
            <a:endParaRPr lang="en-US"/>
          </a:p>
        </p:txBody>
      </p:sp>
      <p:sp>
        <p:nvSpPr>
          <p:cNvPr id="26" name="Picture Placeholder 25">
            <a:extLst>
              <a:ext uri="{FF2B5EF4-FFF2-40B4-BE49-F238E27FC236}">
                <a16:creationId xmlns:a16="http://schemas.microsoft.com/office/drawing/2014/main" id="{F4561B6B-E204-4CF0-AD12-ED21B3940F53}"/>
              </a:ext>
            </a:extLst>
          </p:cNvPr>
          <p:cNvSpPr>
            <a:spLocks noGrp="1"/>
          </p:cNvSpPr>
          <p:nvPr>
            <p:ph type="pic" sz="quarter" idx="15"/>
          </p:nvPr>
        </p:nvSpPr>
        <p:spPr>
          <a:xfrm>
            <a:off x="2709863" y="329773"/>
            <a:ext cx="1614487" cy="1394251"/>
          </a:xfrm>
        </p:spPr>
        <p:txBody>
          <a:bodyPr/>
          <a:lstStyle/>
          <a:p>
            <a:endParaRPr lang="en-US"/>
          </a:p>
        </p:txBody>
      </p:sp>
      <p:sp>
        <p:nvSpPr>
          <p:cNvPr id="24" name="Picture Placeholder 23">
            <a:extLst>
              <a:ext uri="{FF2B5EF4-FFF2-40B4-BE49-F238E27FC236}">
                <a16:creationId xmlns:a16="http://schemas.microsoft.com/office/drawing/2014/main" id="{B3BE441E-0CE9-4C44-8783-3A04F5929F10}"/>
              </a:ext>
            </a:extLst>
          </p:cNvPr>
          <p:cNvSpPr>
            <a:spLocks noGrp="1"/>
          </p:cNvSpPr>
          <p:nvPr>
            <p:ph type="pic" sz="quarter" idx="14"/>
          </p:nvPr>
        </p:nvSpPr>
        <p:spPr>
          <a:xfrm>
            <a:off x="2697163" y="2384425"/>
            <a:ext cx="1628775" cy="1423988"/>
          </a:xfrm>
        </p:spPr>
        <p:txBody>
          <a:bodyPr/>
          <a:lstStyle/>
          <a:p>
            <a:endParaRPr lang="en-US"/>
          </a:p>
        </p:txBody>
      </p:sp>
      <p:sp>
        <p:nvSpPr>
          <p:cNvPr id="28" name="Picture Placeholder 27">
            <a:extLst>
              <a:ext uri="{FF2B5EF4-FFF2-40B4-BE49-F238E27FC236}">
                <a16:creationId xmlns:a16="http://schemas.microsoft.com/office/drawing/2014/main" id="{FBAA901D-39FD-416F-B2B4-F2651AB79185}"/>
              </a:ext>
            </a:extLst>
          </p:cNvPr>
          <p:cNvSpPr>
            <a:spLocks noGrp="1"/>
          </p:cNvSpPr>
          <p:nvPr>
            <p:ph type="pic" sz="quarter" idx="16"/>
          </p:nvPr>
        </p:nvSpPr>
        <p:spPr>
          <a:xfrm>
            <a:off x="325438" y="4527550"/>
            <a:ext cx="3998912" cy="2000250"/>
          </a:xfrm>
        </p:spPr>
        <p:txBody>
          <a:bodyPr/>
          <a:lstStyle/>
          <a:p>
            <a:endParaRPr lang="en-US"/>
          </a:p>
        </p:txBody>
      </p:sp>
      <p:sp>
        <p:nvSpPr>
          <p:cNvPr id="19" name="Footer Placeholder 18">
            <a:extLst>
              <a:ext uri="{FF2B5EF4-FFF2-40B4-BE49-F238E27FC236}">
                <a16:creationId xmlns:a16="http://schemas.microsoft.com/office/drawing/2014/main" id="{4C182815-90D1-446C-BC70-6AB00BED68ED}"/>
              </a:ext>
            </a:extLst>
          </p:cNvPr>
          <p:cNvSpPr txBox="1">
            <a:spLocks/>
          </p:cNvSpPr>
          <p:nvPr userDrawn="1"/>
        </p:nvSpPr>
        <p:spPr>
          <a:xfrm>
            <a:off x="5077003" y="6367925"/>
            <a:ext cx="4480560" cy="228600"/>
          </a:xfrm>
          <a:prstGeom prst="rect">
            <a:avLst/>
          </a:prstGeom>
        </p:spPr>
        <p:txBody>
          <a:bodyPr vert="horz" lIns="91440" tIns="45720" rIns="91440" bIns="45720" rtlCol="0" anchor="ctr"/>
          <a:lstStyle>
            <a:defPPr>
              <a:defRPr lang="en-US"/>
            </a:defPPr>
            <a:lvl1pPr marL="0" algn="l" defTabSz="457200" rtl="0" eaLnBrk="1" latinLnBrk="0" hangingPunct="1">
              <a:defRPr sz="1000" kern="1200">
                <a:solidFill>
                  <a:schemeClr val="tx1">
                    <a:lumMod val="85000"/>
                    <a:lumOff val="1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defRPr/>
            </a:pPr>
            <a:r>
              <a:rPr lang="en-US">
                <a:solidFill>
                  <a:srgbClr val="FFFFFF"/>
                </a:solidFill>
              </a:rPr>
              <a:t>Sample Footer Text</a:t>
            </a:r>
          </a:p>
        </p:txBody>
      </p:sp>
      <p:sp>
        <p:nvSpPr>
          <p:cNvPr id="20" name="Slide Number Placeholder 5">
            <a:extLst>
              <a:ext uri="{FF2B5EF4-FFF2-40B4-BE49-F238E27FC236}">
                <a16:creationId xmlns:a16="http://schemas.microsoft.com/office/drawing/2014/main" id="{69BDEE55-B4D3-4542-BF01-F05A2C1FB7D6}"/>
              </a:ext>
            </a:extLst>
          </p:cNvPr>
          <p:cNvSpPr txBox="1">
            <a:spLocks/>
          </p:cNvSpPr>
          <p:nvPr userDrawn="1"/>
        </p:nvSpPr>
        <p:spPr>
          <a:xfrm>
            <a:off x="9793460" y="6367925"/>
            <a:ext cx="2111881" cy="228600"/>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a:t>
            </a:fld>
            <a:endParaRPr lang="en-US"/>
          </a:p>
        </p:txBody>
      </p:sp>
    </p:spTree>
    <p:extLst>
      <p:ext uri="{BB962C8B-B14F-4D97-AF65-F5344CB8AC3E}">
        <p14:creationId xmlns:p14="http://schemas.microsoft.com/office/powerpoint/2010/main" val="3802201697"/>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Introducti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5973E97-A796-4836-82F6-8A280A57BA6B}"/>
              </a:ext>
            </a:extLst>
          </p:cNvPr>
          <p:cNvSpPr/>
          <p:nvPr userDrawn="1"/>
        </p:nvSpPr>
        <p:spPr>
          <a:xfrm>
            <a:off x="5660112" y="0"/>
            <a:ext cx="6528839"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C0DAEE-CCDB-4627-925B-879F83B1F308}"/>
              </a:ext>
            </a:extLst>
          </p:cNvPr>
          <p:cNvSpPr>
            <a:spLocks noGrp="1"/>
          </p:cNvSpPr>
          <p:nvPr>
            <p:ph type="title"/>
          </p:nvPr>
        </p:nvSpPr>
        <p:spPr>
          <a:xfrm>
            <a:off x="6374166" y="610485"/>
            <a:ext cx="5103661" cy="1371600"/>
          </a:xfrm>
        </p:spPr>
        <p:txBody>
          <a:bodyPr>
            <a:normAutofit/>
          </a:bodyPr>
          <a:lstStyle>
            <a:lvl1pPr>
              <a:defRPr sz="4800">
                <a:solidFill>
                  <a:schemeClr val="bg1"/>
                </a:solidFill>
              </a:defRPr>
            </a:lvl1pPr>
          </a:lstStyle>
          <a:p>
            <a:r>
              <a:rPr lang="en-US"/>
              <a:t>Click to edit</a:t>
            </a:r>
          </a:p>
        </p:txBody>
      </p:sp>
      <p:sp>
        <p:nvSpPr>
          <p:cNvPr id="7" name="Rectangle 6">
            <a:extLst>
              <a:ext uri="{FF2B5EF4-FFF2-40B4-BE49-F238E27FC236}">
                <a16:creationId xmlns:a16="http://schemas.microsoft.com/office/drawing/2014/main" id="{3B9F23A9-0519-4A39-A9F9-F965C17D58A0}"/>
              </a:ext>
            </a:extLst>
          </p:cNvPr>
          <p:cNvSpPr/>
          <p:nvPr userDrawn="1"/>
        </p:nvSpPr>
        <p:spPr>
          <a:xfrm>
            <a:off x="5981848" y="320040"/>
            <a:ext cx="5888736" cy="6217920"/>
          </a:xfrm>
          <a:prstGeom prst="rect">
            <a:avLst/>
          </a:prstGeom>
          <a:noFill/>
          <a:ln w="6350" cap="sq" cmpd="sng" algn="ctr">
            <a:solidFill>
              <a:schemeClr val="bg1"/>
            </a:solidFill>
            <a:prstDash val="solid"/>
            <a:miter lim="800000"/>
          </a:ln>
          <a:effectLst>
            <a:softEdge rad="0"/>
          </a:effectLst>
        </p:spPr>
      </p:sp>
      <p:sp>
        <p:nvSpPr>
          <p:cNvPr id="9" name="Date Placeholder 6">
            <a:extLst>
              <a:ext uri="{FF2B5EF4-FFF2-40B4-BE49-F238E27FC236}">
                <a16:creationId xmlns:a16="http://schemas.microsoft.com/office/drawing/2014/main" id="{F3EB17D9-2389-4D1F-AC98-7CC3F79840B2}"/>
              </a:ext>
            </a:extLst>
          </p:cNvPr>
          <p:cNvSpPr txBox="1">
            <a:spLocks/>
          </p:cNvSpPr>
          <p:nvPr userDrawn="1"/>
        </p:nvSpPr>
        <p:spPr>
          <a:xfrm>
            <a:off x="7554616" y="383781"/>
            <a:ext cx="2743200" cy="256032"/>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solidFill>
                  <a:schemeClr val="bg1"/>
                </a:solidFill>
              </a:rPr>
              <a:t>20XX</a:t>
            </a:r>
          </a:p>
        </p:txBody>
      </p:sp>
      <p:sp>
        <p:nvSpPr>
          <p:cNvPr id="11" name="Footer Placeholder 7">
            <a:extLst>
              <a:ext uri="{FF2B5EF4-FFF2-40B4-BE49-F238E27FC236}">
                <a16:creationId xmlns:a16="http://schemas.microsoft.com/office/drawing/2014/main" id="{40E55EFF-7AC0-4ACD-B826-CA1E384CCF4C}"/>
              </a:ext>
            </a:extLst>
          </p:cNvPr>
          <p:cNvSpPr txBox="1">
            <a:spLocks/>
          </p:cNvSpPr>
          <p:nvPr userDrawn="1"/>
        </p:nvSpPr>
        <p:spPr>
          <a:xfrm>
            <a:off x="6303580" y="6214535"/>
            <a:ext cx="4696948" cy="256032"/>
          </a:xfrm>
          <a:prstGeom prst="rect">
            <a:avLst/>
          </a:prstGeom>
        </p:spPr>
        <p:txBody>
          <a:bodyPr vert="horz" lIns="91440" tIns="45720" rIns="91440" bIns="45720" rtlCol="0" anchor="b"/>
          <a:lstStyle>
            <a:defPPr>
              <a:defRPr lang="en-US"/>
            </a:defPPr>
            <a:lvl1pPr marL="0" algn="l" defTabSz="457200" rtl="0" eaLnBrk="1" latinLnBrk="0" hangingPunct="1">
              <a:defRPr sz="1000" kern="1200">
                <a:solidFill>
                  <a:schemeClr val="tx1">
                    <a:lumMod val="85000"/>
                    <a:lumOff val="1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solidFill>
                  <a:schemeClr val="bg1"/>
                </a:solidFill>
              </a:rPr>
              <a:t>Sample Footer Text</a:t>
            </a:r>
          </a:p>
        </p:txBody>
      </p:sp>
      <p:sp>
        <p:nvSpPr>
          <p:cNvPr id="12" name="Slide Number Placeholder 8">
            <a:extLst>
              <a:ext uri="{FF2B5EF4-FFF2-40B4-BE49-F238E27FC236}">
                <a16:creationId xmlns:a16="http://schemas.microsoft.com/office/drawing/2014/main" id="{C6C2D606-DD47-4DA7-AF9B-9A8E401BCAFF}"/>
              </a:ext>
            </a:extLst>
          </p:cNvPr>
          <p:cNvSpPr txBox="1">
            <a:spLocks/>
          </p:cNvSpPr>
          <p:nvPr userDrawn="1"/>
        </p:nvSpPr>
        <p:spPr>
          <a:xfrm>
            <a:off x="11104451" y="6214535"/>
            <a:ext cx="605266" cy="256032"/>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4B7E4EF-A1BD-40F4-AB7B-04F084DD991D}" type="slidenum">
              <a:rPr lang="en-US" smtClean="0">
                <a:solidFill>
                  <a:schemeClr val="bg1"/>
                </a:solidFill>
              </a:rPr>
              <a:pPr/>
              <a:t>‹#›</a:t>
            </a:fld>
            <a:endParaRPr lang="en-US">
              <a:solidFill>
                <a:schemeClr val="bg1"/>
              </a:solidFill>
            </a:endParaRPr>
          </a:p>
        </p:txBody>
      </p:sp>
      <p:sp>
        <p:nvSpPr>
          <p:cNvPr id="15" name="Picture Placeholder 14">
            <a:extLst>
              <a:ext uri="{FF2B5EF4-FFF2-40B4-BE49-F238E27FC236}">
                <a16:creationId xmlns:a16="http://schemas.microsoft.com/office/drawing/2014/main" id="{6623DC60-EE1A-4367-A357-5F11D942252B}"/>
              </a:ext>
            </a:extLst>
          </p:cNvPr>
          <p:cNvSpPr>
            <a:spLocks noGrp="1"/>
          </p:cNvSpPr>
          <p:nvPr>
            <p:ph type="pic" sz="quarter" idx="10"/>
          </p:nvPr>
        </p:nvSpPr>
        <p:spPr>
          <a:xfrm>
            <a:off x="0" y="0"/>
            <a:ext cx="5659438" cy="6858000"/>
          </a:xfrm>
        </p:spPr>
        <p:txBody>
          <a:bodyPr/>
          <a:lstStyle/>
          <a:p>
            <a:endParaRPr lang="en-US"/>
          </a:p>
        </p:txBody>
      </p:sp>
      <p:sp>
        <p:nvSpPr>
          <p:cNvPr id="5" name="Content Placeholder 4">
            <a:extLst>
              <a:ext uri="{FF2B5EF4-FFF2-40B4-BE49-F238E27FC236}">
                <a16:creationId xmlns:a16="http://schemas.microsoft.com/office/drawing/2014/main" id="{7095E6F1-8633-46DB-A612-89A5079F7EF4}"/>
              </a:ext>
            </a:extLst>
          </p:cNvPr>
          <p:cNvSpPr>
            <a:spLocks noGrp="1"/>
          </p:cNvSpPr>
          <p:nvPr>
            <p:ph sz="quarter" idx="11"/>
          </p:nvPr>
        </p:nvSpPr>
        <p:spPr>
          <a:xfrm>
            <a:off x="6372625" y="2108844"/>
            <a:ext cx="5103812" cy="3790950"/>
          </a:xfrm>
        </p:spPr>
        <p:txBody>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771211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024342A2-B2E9-4AE9-9AFD-C5F77777E326}"/>
              </a:ext>
              <a:ext uri="{C183D7F6-B498-43B3-948B-1728B52AA6E4}">
                <adec:decorative xmlns:adec="http://schemas.microsoft.com/office/drawing/2017/decorative" val="1"/>
              </a:ext>
            </a:extLst>
          </p:cNvPr>
          <p:cNvSpPr/>
          <p:nvPr userDrawn="1"/>
        </p:nvSpPr>
        <p:spPr>
          <a:xfrm>
            <a:off x="453190" y="457200"/>
            <a:ext cx="11281609" cy="5943603"/>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9" name="Rectangle 18">
            <a:extLst>
              <a:ext uri="{FF2B5EF4-FFF2-40B4-BE49-F238E27FC236}">
                <a16:creationId xmlns:a16="http://schemas.microsoft.com/office/drawing/2014/main" id="{C086CEFC-AE66-4E11-8B5A-880177E1278E}"/>
              </a:ext>
              <a:ext uri="{C183D7F6-B498-43B3-948B-1728B52AA6E4}">
                <adec:decorative xmlns:adec="http://schemas.microsoft.com/office/drawing/2017/decorative" val="1"/>
              </a:ext>
            </a:extLst>
          </p:cNvPr>
          <p:cNvSpPr/>
          <p:nvPr userDrawn="1"/>
        </p:nvSpPr>
        <p:spPr>
          <a:xfrm>
            <a:off x="616737" y="621793"/>
            <a:ext cx="6651809" cy="5614416"/>
          </a:xfrm>
          <a:prstGeom prst="rect">
            <a:avLst/>
          </a:prstGeom>
          <a:solidFill>
            <a:schemeClr val="tx1">
              <a:lumMod val="75000"/>
              <a:lumOff val="25000"/>
            </a:schemeClr>
          </a:solidFill>
          <a:ln w="6350" cap="sq" cmpd="sng" algn="ctr">
            <a:noFill/>
            <a:prstDash val="solid"/>
            <a:miter lim="800000"/>
          </a:ln>
          <a:effectLst/>
        </p:spPr>
      </p:sp>
      <p:sp>
        <p:nvSpPr>
          <p:cNvPr id="2" name="Title 1">
            <a:extLst>
              <a:ext uri="{FF2B5EF4-FFF2-40B4-BE49-F238E27FC236}">
                <a16:creationId xmlns:a16="http://schemas.microsoft.com/office/drawing/2014/main" id="{41DABDA3-AA10-4304-B3C8-D5B655DE3421}"/>
              </a:ext>
            </a:extLst>
          </p:cNvPr>
          <p:cNvSpPr>
            <a:spLocks noGrp="1"/>
          </p:cNvSpPr>
          <p:nvPr>
            <p:ph type="title"/>
          </p:nvPr>
        </p:nvSpPr>
        <p:spPr>
          <a:xfrm>
            <a:off x="1078158" y="2100942"/>
            <a:ext cx="5716339" cy="2290607"/>
          </a:xfrm>
        </p:spPr>
        <p:txBody>
          <a:bodyPr anchor="b"/>
          <a:lstStyle>
            <a:lvl1pPr algn="ctr">
              <a:defRPr>
                <a:solidFill>
                  <a:schemeClr val="bg1"/>
                </a:solidFill>
              </a:defRPr>
            </a:lvl1pPr>
          </a:lstStyle>
          <a:p>
            <a:r>
              <a:rPr lang="en-US"/>
              <a:t>Click to edit</a:t>
            </a:r>
          </a:p>
        </p:txBody>
      </p:sp>
      <p:sp>
        <p:nvSpPr>
          <p:cNvPr id="23" name="Rectangle 22">
            <a:extLst>
              <a:ext uri="{FF2B5EF4-FFF2-40B4-BE49-F238E27FC236}">
                <a16:creationId xmlns:a16="http://schemas.microsoft.com/office/drawing/2014/main" id="{6EB1E9D9-0DDD-4554-A021-4FE50439A138}"/>
              </a:ext>
              <a:ext uri="{C183D7F6-B498-43B3-948B-1728B52AA6E4}">
                <adec:decorative xmlns:adec="http://schemas.microsoft.com/office/drawing/2017/decorative" val="1"/>
              </a:ext>
            </a:extLst>
          </p:cNvPr>
          <p:cNvSpPr/>
          <p:nvPr userDrawn="1"/>
        </p:nvSpPr>
        <p:spPr>
          <a:xfrm>
            <a:off x="3023061" y="446824"/>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Date Placeholder 17">
            <a:extLst>
              <a:ext uri="{FF2B5EF4-FFF2-40B4-BE49-F238E27FC236}">
                <a16:creationId xmlns:a16="http://schemas.microsoft.com/office/drawing/2014/main" id="{3B5075EC-8E09-4BB4-8C8F-6177ECD95A83}"/>
              </a:ext>
            </a:extLst>
          </p:cNvPr>
          <p:cNvSpPr>
            <a:spLocks noGrp="1"/>
          </p:cNvSpPr>
          <p:nvPr>
            <p:ph type="dt" sz="half" idx="10"/>
          </p:nvPr>
        </p:nvSpPr>
        <p:spPr>
          <a:xfrm>
            <a:off x="3205941" y="493108"/>
            <a:ext cx="1554480" cy="527213"/>
          </a:xfrm>
        </p:spPr>
        <p:txBody>
          <a:bodyPr/>
          <a:lstStyle>
            <a:lvl1pPr>
              <a:defRPr baseline="0">
                <a:solidFill>
                  <a:schemeClr val="bg1"/>
                </a:solidFill>
              </a:defRPr>
            </a:lvl1pPr>
          </a:lstStyle>
          <a:p>
            <a:pPr algn="ctr" defTabSz="914400">
              <a:defRPr/>
            </a:pPr>
            <a:r>
              <a:rPr lang="en-US" sz="1300"/>
              <a:t>20XX</a:t>
            </a:r>
          </a:p>
        </p:txBody>
      </p:sp>
      <p:sp>
        <p:nvSpPr>
          <p:cNvPr id="5" name="Text Placeholder 4">
            <a:extLst>
              <a:ext uri="{FF2B5EF4-FFF2-40B4-BE49-F238E27FC236}">
                <a16:creationId xmlns:a16="http://schemas.microsoft.com/office/drawing/2014/main" id="{B8A8819A-9552-4858-92F8-FB441C3A45A5}"/>
              </a:ext>
            </a:extLst>
          </p:cNvPr>
          <p:cNvSpPr>
            <a:spLocks noGrp="1"/>
          </p:cNvSpPr>
          <p:nvPr>
            <p:ph type="body" sz="quarter" idx="15"/>
          </p:nvPr>
        </p:nvSpPr>
        <p:spPr>
          <a:xfrm>
            <a:off x="1078157" y="4698173"/>
            <a:ext cx="5716339" cy="658674"/>
          </a:xfrm>
        </p:spPr>
        <p:txBody>
          <a:bodyPr>
            <a:normAutofit/>
          </a:bodyPr>
          <a:lstStyle>
            <a:lvl1pPr marL="0" indent="0" algn="ctr">
              <a:buNone/>
              <a:defRPr lang="en-US" sz="2000" kern="1200" dirty="0" smtClean="0">
                <a:solidFill>
                  <a:schemeClr val="bg1"/>
                </a:solidFill>
                <a:latin typeface="+mn-lt"/>
                <a:ea typeface="+mn-ea"/>
                <a:cs typeface="+mn-cs"/>
              </a:defRPr>
            </a:lvl1pPr>
            <a:lvl2pPr marL="274320" indent="0">
              <a:buNone/>
              <a:defRPr/>
            </a:lvl2pPr>
          </a:lstStyle>
          <a:p>
            <a:pPr lvl="0"/>
            <a:r>
              <a:rPr lang="en-US"/>
              <a:t>Click to edit Master text styles</a:t>
            </a:r>
          </a:p>
        </p:txBody>
      </p:sp>
      <p:sp>
        <p:nvSpPr>
          <p:cNvPr id="16" name="Footer Placeholder 18">
            <a:extLst>
              <a:ext uri="{FF2B5EF4-FFF2-40B4-BE49-F238E27FC236}">
                <a16:creationId xmlns:a16="http://schemas.microsoft.com/office/drawing/2014/main" id="{D2BAF328-75D1-490D-BF37-96EE6C0843E2}"/>
              </a:ext>
            </a:extLst>
          </p:cNvPr>
          <p:cNvSpPr txBox="1">
            <a:spLocks/>
          </p:cNvSpPr>
          <p:nvPr userDrawn="1"/>
        </p:nvSpPr>
        <p:spPr>
          <a:xfrm>
            <a:off x="1243632" y="5641118"/>
            <a:ext cx="5068569" cy="310819"/>
          </a:xfrm>
          <a:prstGeom prst="rect">
            <a:avLst/>
          </a:prstGeom>
        </p:spPr>
        <p:txBody>
          <a:bodyPr vert="horz" lIns="91440" tIns="45720" rIns="91440" bIns="45720" rtlCol="0" anchor="ctr"/>
          <a:lstStyle>
            <a:defPPr>
              <a:defRPr lang="en-US"/>
            </a:defPPr>
            <a:lvl1pPr marL="0" algn="l" defTabSz="457200" rtl="0" eaLnBrk="1" latinLnBrk="0" hangingPunct="1">
              <a:defRPr sz="1000" kern="1200">
                <a:solidFill>
                  <a:schemeClr val="tx1">
                    <a:lumMod val="85000"/>
                    <a:lumOff val="1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defTabSz="914400">
              <a:defRPr/>
            </a:pPr>
            <a:r>
              <a:rPr lang="en-US">
                <a:solidFill>
                  <a:schemeClr val="bg1"/>
                </a:solidFill>
              </a:rPr>
              <a:t>Sample Footer Text</a:t>
            </a:r>
          </a:p>
        </p:txBody>
      </p:sp>
      <p:sp>
        <p:nvSpPr>
          <p:cNvPr id="22" name="Picture Placeholder 21">
            <a:extLst>
              <a:ext uri="{FF2B5EF4-FFF2-40B4-BE49-F238E27FC236}">
                <a16:creationId xmlns:a16="http://schemas.microsoft.com/office/drawing/2014/main" id="{27D11998-188A-4F5B-9931-8BA54D2802A5}"/>
              </a:ext>
            </a:extLst>
          </p:cNvPr>
          <p:cNvSpPr>
            <a:spLocks noGrp="1"/>
          </p:cNvSpPr>
          <p:nvPr>
            <p:ph type="pic" sz="quarter" idx="13"/>
          </p:nvPr>
        </p:nvSpPr>
        <p:spPr>
          <a:xfrm>
            <a:off x="7419974" y="621784"/>
            <a:ext cx="1989495" cy="2843222"/>
          </a:xfrm>
        </p:spPr>
        <p:txBody>
          <a:bodyPr/>
          <a:lstStyle/>
          <a:p>
            <a:endParaRPr lang="en-US"/>
          </a:p>
        </p:txBody>
      </p:sp>
      <p:sp>
        <p:nvSpPr>
          <p:cNvPr id="37" name="Picture Placeholder 21">
            <a:extLst>
              <a:ext uri="{FF2B5EF4-FFF2-40B4-BE49-F238E27FC236}">
                <a16:creationId xmlns:a16="http://schemas.microsoft.com/office/drawing/2014/main" id="{F268C43A-0DA4-4ECC-A368-08AB69EDAE79}"/>
              </a:ext>
            </a:extLst>
          </p:cNvPr>
          <p:cNvSpPr>
            <a:spLocks noGrp="1"/>
          </p:cNvSpPr>
          <p:nvPr>
            <p:ph type="pic" sz="quarter" idx="16"/>
          </p:nvPr>
        </p:nvSpPr>
        <p:spPr>
          <a:xfrm>
            <a:off x="9570334" y="627380"/>
            <a:ext cx="1980056" cy="2837626"/>
          </a:xfrm>
        </p:spPr>
        <p:txBody>
          <a:bodyPr/>
          <a:lstStyle/>
          <a:p>
            <a:endParaRPr lang="en-US"/>
          </a:p>
        </p:txBody>
      </p:sp>
      <p:sp>
        <p:nvSpPr>
          <p:cNvPr id="24" name="Picture Placeholder 23">
            <a:extLst>
              <a:ext uri="{FF2B5EF4-FFF2-40B4-BE49-F238E27FC236}">
                <a16:creationId xmlns:a16="http://schemas.microsoft.com/office/drawing/2014/main" id="{60F109E5-BC65-4431-A2E5-4A145EC7B38A}"/>
              </a:ext>
            </a:extLst>
          </p:cNvPr>
          <p:cNvSpPr>
            <a:spLocks noGrp="1"/>
          </p:cNvSpPr>
          <p:nvPr>
            <p:ph type="pic" sz="quarter" idx="14"/>
          </p:nvPr>
        </p:nvSpPr>
        <p:spPr>
          <a:xfrm>
            <a:off x="7432093" y="3636193"/>
            <a:ext cx="4123320" cy="2594427"/>
          </a:xfrm>
        </p:spPr>
        <p:txBody>
          <a:bodyPr/>
          <a:lstStyle/>
          <a:p>
            <a:endParaRPr lang="en-US"/>
          </a:p>
        </p:txBody>
      </p:sp>
      <p:grpSp>
        <p:nvGrpSpPr>
          <p:cNvPr id="3" name="Group 2">
            <a:extLst>
              <a:ext uri="{FF2B5EF4-FFF2-40B4-BE49-F238E27FC236}">
                <a16:creationId xmlns:a16="http://schemas.microsoft.com/office/drawing/2014/main" id="{57F02ED2-9B1A-40C8-A5F7-4473CAA3C0B2}"/>
              </a:ext>
              <a:ext uri="{C183D7F6-B498-43B3-948B-1728B52AA6E4}">
                <adec:decorative xmlns:adec="http://schemas.microsoft.com/office/drawing/2017/decorative" val="1"/>
              </a:ext>
            </a:extLst>
          </p:cNvPr>
          <p:cNvGrpSpPr/>
          <p:nvPr userDrawn="1"/>
        </p:nvGrpSpPr>
        <p:grpSpPr>
          <a:xfrm>
            <a:off x="3137361" y="446823"/>
            <a:ext cx="1691640" cy="645295"/>
            <a:chOff x="3137361" y="446823"/>
            <a:chExt cx="1691640" cy="645295"/>
          </a:xfrm>
        </p:grpSpPr>
        <p:cxnSp>
          <p:nvCxnSpPr>
            <p:cNvPr id="25" name="Straight Connector 24">
              <a:extLst>
                <a:ext uri="{FF2B5EF4-FFF2-40B4-BE49-F238E27FC236}">
                  <a16:creationId xmlns:a16="http://schemas.microsoft.com/office/drawing/2014/main" id="{ED8AC6A1-19DE-4EAE-91E5-A9E82CEA38BC}"/>
                </a:ext>
                <a:ext uri="{C183D7F6-B498-43B3-948B-1728B52AA6E4}">
                  <adec:decorative xmlns:adec="http://schemas.microsoft.com/office/drawing/2017/decorative" val="1"/>
                </a:ext>
              </a:extLst>
            </p:cNvPr>
            <p:cNvCxnSpPr/>
            <p:nvPr userDrawn="1"/>
          </p:nvCxnSpPr>
          <p:spPr>
            <a:xfrm>
              <a:off x="3137361" y="446823"/>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9AC828E-AA99-4E2C-A30C-D8B9DFF16817}"/>
                </a:ext>
                <a:ext uri="{C183D7F6-B498-43B3-948B-1728B52AA6E4}">
                  <adec:decorative xmlns:adec="http://schemas.microsoft.com/office/drawing/2017/decorative" val="1"/>
                </a:ext>
              </a:extLst>
            </p:cNvPr>
            <p:cNvCxnSpPr/>
            <p:nvPr userDrawn="1"/>
          </p:nvCxnSpPr>
          <p:spPr>
            <a:xfrm>
              <a:off x="4829001" y="446823"/>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62D63C1-826F-42FC-9EC1-0320620BB119}"/>
                </a:ext>
                <a:ext uri="{C183D7F6-B498-43B3-948B-1728B52AA6E4}">
                  <adec:decorative xmlns:adec="http://schemas.microsoft.com/office/drawing/2017/decorative" val="1"/>
                </a:ext>
              </a:extLst>
            </p:cNvPr>
            <p:cNvCxnSpPr/>
            <p:nvPr userDrawn="1"/>
          </p:nvCxnSpPr>
          <p:spPr>
            <a:xfrm>
              <a:off x="3137361" y="1092118"/>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18" name="Slide Number Placeholder 21">
            <a:extLst>
              <a:ext uri="{FF2B5EF4-FFF2-40B4-BE49-F238E27FC236}">
                <a16:creationId xmlns:a16="http://schemas.microsoft.com/office/drawing/2014/main" id="{5A2A2B37-48E8-4C00-91B4-63F0C7AAE23F}"/>
              </a:ext>
            </a:extLst>
          </p:cNvPr>
          <p:cNvSpPr txBox="1">
            <a:spLocks/>
          </p:cNvSpPr>
          <p:nvPr userDrawn="1"/>
        </p:nvSpPr>
        <p:spPr>
          <a:xfrm>
            <a:off x="9443794" y="6392314"/>
            <a:ext cx="2111881" cy="228600"/>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defRPr/>
            </a:pPr>
            <a:fld id="{70B1FE82-5036-4003-B709-0840DA750BBE}" type="slidenum">
              <a:rPr lang="en-US" smtClean="0">
                <a:solidFill>
                  <a:srgbClr val="FFFFFF"/>
                </a:solidFill>
                <a:effectLst>
                  <a:outerShdw blurRad="50800" dist="38100" dir="2700000" algn="tl" rotWithShape="0">
                    <a:prstClr val="black">
                      <a:alpha val="43000"/>
                    </a:prstClr>
                  </a:outerShdw>
                </a:effectLst>
              </a:rPr>
              <a:pPr defTabSz="914400">
                <a:defRPr/>
              </a:pPr>
              <a:t>‹#›</a:t>
            </a:fld>
            <a:endParaRPr lang="en-US">
              <a:solidFill>
                <a:srgbClr val="FFFFFF"/>
              </a:solidFill>
              <a:effectLst>
                <a:outerShdw blurRad="50800" dist="38100" dir="2700000" algn="tl" rotWithShape="0">
                  <a:prstClr val="black">
                    <a:alpha val="43000"/>
                  </a:prstClr>
                </a:outerShdw>
              </a:effectLst>
            </a:endParaRPr>
          </a:p>
        </p:txBody>
      </p:sp>
    </p:spTree>
    <p:extLst>
      <p:ext uri="{BB962C8B-B14F-4D97-AF65-F5344CB8AC3E}">
        <p14:creationId xmlns:p14="http://schemas.microsoft.com/office/powerpoint/2010/main" val="161261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losing">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ED0543DF-8CFA-4CBD-AF23-D059985D344D}"/>
              </a:ext>
            </a:extLst>
          </p:cNvPr>
          <p:cNvSpPr>
            <a:spLocks noGrp="1"/>
          </p:cNvSpPr>
          <p:nvPr>
            <p:ph type="pic" sz="quarter" idx="14"/>
          </p:nvPr>
        </p:nvSpPr>
        <p:spPr>
          <a:xfrm>
            <a:off x="0" y="0"/>
            <a:ext cx="12192000" cy="6858000"/>
          </a:xfrm>
          <a:custGeom>
            <a:avLst/>
            <a:gdLst>
              <a:gd name="connsiteX0" fmla="*/ 937329 w 12192000"/>
              <a:gd name="connsiteY0" fmla="*/ 941695 h 6858000"/>
              <a:gd name="connsiteX1" fmla="*/ 937329 w 12192000"/>
              <a:gd name="connsiteY1" fmla="*/ 5916305 h 6858000"/>
              <a:gd name="connsiteX2" fmla="*/ 6389856 w 12192000"/>
              <a:gd name="connsiteY2" fmla="*/ 5916305 h 6858000"/>
              <a:gd name="connsiteX3" fmla="*/ 6389856 w 12192000"/>
              <a:gd name="connsiteY3" fmla="*/ 941695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937329" y="941695"/>
                </a:moveTo>
                <a:lnTo>
                  <a:pt x="937329" y="5916305"/>
                </a:lnTo>
                <a:lnTo>
                  <a:pt x="6389856" y="5916305"/>
                </a:lnTo>
                <a:lnTo>
                  <a:pt x="6389856" y="941695"/>
                </a:lnTo>
                <a:close/>
                <a:moveTo>
                  <a:pt x="0" y="0"/>
                </a:moveTo>
                <a:lnTo>
                  <a:pt x="12192000" y="0"/>
                </a:lnTo>
                <a:lnTo>
                  <a:pt x="12192000" y="6858000"/>
                </a:lnTo>
                <a:lnTo>
                  <a:pt x="0" y="6858000"/>
                </a:lnTo>
                <a:close/>
              </a:path>
            </a:pathLst>
          </a:custGeom>
        </p:spPr>
        <p:txBody>
          <a:bodyPr wrap="square">
            <a:noAutofit/>
          </a:bodyPr>
          <a:lstStyle/>
          <a:p>
            <a:endParaRPr lang="en-US"/>
          </a:p>
        </p:txBody>
      </p:sp>
      <p:sp>
        <p:nvSpPr>
          <p:cNvPr id="21" name="Rectangle 20">
            <a:extLst>
              <a:ext uri="{FF2B5EF4-FFF2-40B4-BE49-F238E27FC236}">
                <a16:creationId xmlns:a16="http://schemas.microsoft.com/office/drawing/2014/main" id="{A61A2AD8-D5EA-48FD-B19E-788E4D9782BB}"/>
              </a:ext>
              <a:ext uri="{C183D7F6-B498-43B3-948B-1728B52AA6E4}">
                <adec:decorative xmlns:adec="http://schemas.microsoft.com/office/drawing/2017/decorative" val="1"/>
              </a:ext>
            </a:extLst>
          </p:cNvPr>
          <p:cNvSpPr/>
          <p:nvPr userDrawn="1"/>
        </p:nvSpPr>
        <p:spPr>
          <a:xfrm>
            <a:off x="937329" y="941695"/>
            <a:ext cx="5452527" cy="4974610"/>
          </a:xfrm>
          <a:prstGeom prst="rect">
            <a:avLst/>
          </a:prstGeom>
          <a:solidFill>
            <a:schemeClr val="tx1">
              <a:lumMod val="75000"/>
              <a:lumOff val="25000"/>
            </a:schemeClr>
          </a:solidFill>
          <a:ln w="6350" cap="sq" cmpd="sng" algn="ctr">
            <a:noFill/>
            <a:prstDash val="solid"/>
            <a:miter lim="800000"/>
          </a:ln>
          <a:effectLst/>
        </p:spPr>
      </p:sp>
      <p:sp>
        <p:nvSpPr>
          <p:cNvPr id="23" name="Rectangle 22">
            <a:extLst>
              <a:ext uri="{FF2B5EF4-FFF2-40B4-BE49-F238E27FC236}">
                <a16:creationId xmlns:a16="http://schemas.microsoft.com/office/drawing/2014/main" id="{0682D9D6-0C91-4BAA-B631-B4A597F6D49E}"/>
              </a:ext>
              <a:ext uri="{C183D7F6-B498-43B3-948B-1728B52AA6E4}">
                <adec:decorative xmlns:adec="http://schemas.microsoft.com/office/drawing/2017/decorative" val="1"/>
              </a:ext>
            </a:extLst>
          </p:cNvPr>
          <p:cNvSpPr/>
          <p:nvPr userDrawn="1"/>
        </p:nvSpPr>
        <p:spPr>
          <a:xfrm>
            <a:off x="1103272" y="1106424"/>
            <a:ext cx="5120640" cy="4645152"/>
          </a:xfrm>
          <a:prstGeom prst="rect">
            <a:avLst/>
          </a:prstGeom>
          <a:noFill/>
          <a:ln w="6350" cap="sq" cmpd="sng" algn="ctr">
            <a:solidFill>
              <a:schemeClr val="bg1"/>
            </a:solidFill>
            <a:prstDash val="solid"/>
            <a:miter lim="800000"/>
          </a:ln>
          <a:effectLst>
            <a:softEdge rad="0"/>
          </a:effectLst>
        </p:spPr>
      </p:sp>
      <p:sp>
        <p:nvSpPr>
          <p:cNvPr id="2" name="Title 1">
            <a:extLst>
              <a:ext uri="{FF2B5EF4-FFF2-40B4-BE49-F238E27FC236}">
                <a16:creationId xmlns:a16="http://schemas.microsoft.com/office/drawing/2014/main" id="{AF26F410-6A1D-427A-8C06-A0023004F50B}"/>
              </a:ext>
            </a:extLst>
          </p:cNvPr>
          <p:cNvSpPr>
            <a:spLocks noGrp="1"/>
          </p:cNvSpPr>
          <p:nvPr>
            <p:ph type="title"/>
          </p:nvPr>
        </p:nvSpPr>
        <p:spPr>
          <a:xfrm>
            <a:off x="1357950" y="2197853"/>
            <a:ext cx="4633415" cy="851219"/>
          </a:xfrm>
        </p:spPr>
        <p:txBody>
          <a:bodyPr/>
          <a:lstStyle>
            <a:lvl1pPr algn="ctr">
              <a:defRPr>
                <a:solidFill>
                  <a:schemeClr val="bg1"/>
                </a:solidFill>
              </a:defRPr>
            </a:lvl1pPr>
          </a:lstStyle>
          <a:p>
            <a:r>
              <a:rPr lang="en-US"/>
              <a:t>Click to edit</a:t>
            </a:r>
          </a:p>
        </p:txBody>
      </p:sp>
      <p:sp>
        <p:nvSpPr>
          <p:cNvPr id="25" name="Date Placeholder 7">
            <a:extLst>
              <a:ext uri="{FF2B5EF4-FFF2-40B4-BE49-F238E27FC236}">
                <a16:creationId xmlns:a16="http://schemas.microsoft.com/office/drawing/2014/main" id="{53A572F0-78E4-4979-BD85-E9F315B0C605}"/>
              </a:ext>
            </a:extLst>
          </p:cNvPr>
          <p:cNvSpPr>
            <a:spLocks noGrp="1"/>
          </p:cNvSpPr>
          <p:nvPr>
            <p:ph type="dt" sz="half" idx="10"/>
          </p:nvPr>
        </p:nvSpPr>
        <p:spPr>
          <a:xfrm>
            <a:off x="2291992" y="1162386"/>
            <a:ext cx="2743200" cy="256032"/>
          </a:xfrm>
        </p:spPr>
        <p:txBody>
          <a:bodyPr/>
          <a:lstStyle>
            <a:lvl1pPr>
              <a:defRPr>
                <a:solidFill>
                  <a:schemeClr val="bg1"/>
                </a:solidFill>
              </a:defRPr>
            </a:lvl1pPr>
          </a:lstStyle>
          <a:p>
            <a:pPr algn="ctr"/>
            <a:r>
              <a:rPr lang="en-US"/>
              <a:t>20XX</a:t>
            </a:r>
          </a:p>
        </p:txBody>
      </p:sp>
      <p:sp>
        <p:nvSpPr>
          <p:cNvPr id="4" name="Content Placeholder 3">
            <a:extLst>
              <a:ext uri="{FF2B5EF4-FFF2-40B4-BE49-F238E27FC236}">
                <a16:creationId xmlns:a16="http://schemas.microsoft.com/office/drawing/2014/main" id="{856F1164-CE64-4728-83B0-E5316C16DF29}"/>
              </a:ext>
            </a:extLst>
          </p:cNvPr>
          <p:cNvSpPr>
            <a:spLocks noGrp="1"/>
          </p:cNvSpPr>
          <p:nvPr>
            <p:ph sz="quarter" idx="16"/>
          </p:nvPr>
        </p:nvSpPr>
        <p:spPr>
          <a:xfrm>
            <a:off x="1357313" y="3308350"/>
            <a:ext cx="4633912" cy="2141632"/>
          </a:xfrm>
        </p:spPr>
        <p:txBody>
          <a:bodyPr/>
          <a:lstStyle>
            <a:lvl1pPr marL="0" indent="0" algn="ctr">
              <a:buNone/>
              <a:defRPr baseline="0">
                <a:solidFill>
                  <a:schemeClr val="bg1"/>
                </a:solidFill>
              </a:defRPr>
            </a:lvl1pPr>
            <a:lvl2pPr marL="274320" indent="0" algn="ctr">
              <a:buNone/>
              <a:defRPr baseline="0">
                <a:solidFill>
                  <a:schemeClr val="bg1"/>
                </a:solidFill>
              </a:defRPr>
            </a:lvl2pPr>
            <a:lvl3pPr marL="548640" indent="0">
              <a:buNone/>
              <a:defRPr>
                <a:solidFill>
                  <a:schemeClr val="bg1"/>
                </a:solidFill>
              </a:defRPr>
            </a:lvl3pPr>
            <a:lvl4pPr marL="822960" indent="0">
              <a:buNone/>
              <a:defRPr>
                <a:solidFill>
                  <a:schemeClr val="bg1"/>
                </a:solidFill>
              </a:defRPr>
            </a:lvl4pPr>
            <a:lvl5pPr marL="1097280" indent="0">
              <a:buNone/>
              <a:defRPr>
                <a:solidFill>
                  <a:schemeClr val="bg1"/>
                </a:solidFill>
              </a:defRPr>
            </a:lvl5pPr>
          </a:lstStyle>
          <a:p>
            <a:pPr lvl="0"/>
            <a:r>
              <a:rPr lang="en-US"/>
              <a:t>Click to edit Master text styles</a:t>
            </a:r>
          </a:p>
          <a:p>
            <a:pPr lvl="1"/>
            <a:endParaRPr lang="en-US"/>
          </a:p>
        </p:txBody>
      </p:sp>
      <p:sp>
        <p:nvSpPr>
          <p:cNvPr id="27" name="Footer Placeholder 8">
            <a:extLst>
              <a:ext uri="{FF2B5EF4-FFF2-40B4-BE49-F238E27FC236}">
                <a16:creationId xmlns:a16="http://schemas.microsoft.com/office/drawing/2014/main" id="{DEA4EBDD-4088-4396-BD3F-3AB4BEFB205C}"/>
              </a:ext>
            </a:extLst>
          </p:cNvPr>
          <p:cNvSpPr>
            <a:spLocks noGrp="1"/>
          </p:cNvSpPr>
          <p:nvPr>
            <p:ph type="ftr" sz="quarter" idx="11"/>
          </p:nvPr>
        </p:nvSpPr>
        <p:spPr>
          <a:xfrm>
            <a:off x="1357950" y="5472763"/>
            <a:ext cx="4636008" cy="256032"/>
          </a:xfrm>
        </p:spPr>
        <p:txBody>
          <a:bodyPr/>
          <a:lstStyle>
            <a:lvl1pPr algn="ctr">
              <a:defRPr>
                <a:solidFill>
                  <a:schemeClr val="bg1"/>
                </a:solidFill>
              </a:defRPr>
            </a:lvl1pPr>
          </a:lstStyle>
          <a:p>
            <a:r>
              <a:rPr lang="en-US"/>
              <a:t>Sample Footer Text</a:t>
            </a:r>
          </a:p>
        </p:txBody>
      </p:sp>
    </p:spTree>
    <p:extLst>
      <p:ext uri="{BB962C8B-B14F-4D97-AF65-F5344CB8AC3E}">
        <p14:creationId xmlns:p14="http://schemas.microsoft.com/office/powerpoint/2010/main" val="38489413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r>
              <a:rPr lang="en-US"/>
              <a:t>20XX</a:t>
            </a:r>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2698904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Sample Footer Text</a:t>
            </a:r>
          </a:p>
        </p:txBody>
      </p:sp>
      <p:sp>
        <p:nvSpPr>
          <p:cNvPr id="7" name="Date Placeholder 6"/>
          <p:cNvSpPr>
            <a:spLocks noGrp="1"/>
          </p:cNvSpPr>
          <p:nvPr>
            <p:ph type="dt" sz="half" idx="10"/>
          </p:nvPr>
        </p:nvSpPr>
        <p:spPr/>
        <p:txBody>
          <a:bodyPr/>
          <a:lstStyle>
            <a:lvl1pPr>
              <a:defRPr/>
            </a:lvl1pPr>
          </a:lstStyle>
          <a:p>
            <a:r>
              <a:rPr lang="en-US"/>
              <a:t>20XX</a:t>
            </a:r>
          </a:p>
        </p:txBody>
      </p:sp>
      <p:sp>
        <p:nvSpPr>
          <p:cNvPr id="9" name="Slide Number Placeholder 8"/>
          <p:cNvSpPr>
            <a:spLocks noGrp="1"/>
          </p:cNvSpPr>
          <p:nvPr>
            <p:ph type="sldNum" sz="quarter" idx="12"/>
          </p:nvPr>
        </p:nvSpPr>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34056492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069848" y="2074334"/>
            <a:ext cx="3053588"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3053588"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569206" y="2074334"/>
            <a:ext cx="3053588"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569206" y="2792471"/>
            <a:ext cx="3053588"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A6D68D58-C9C7-41A5-9F66-57C5771B3920}"/>
              </a:ext>
            </a:extLst>
          </p:cNvPr>
          <p:cNvSpPr>
            <a:spLocks noGrp="1"/>
          </p:cNvSpPr>
          <p:nvPr>
            <p:ph type="body" sz="quarter" idx="13"/>
          </p:nvPr>
        </p:nvSpPr>
        <p:spPr>
          <a:xfrm>
            <a:off x="8068564" y="2073651"/>
            <a:ext cx="3053588"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Content Placeholder 5">
            <a:extLst>
              <a:ext uri="{FF2B5EF4-FFF2-40B4-BE49-F238E27FC236}">
                <a16:creationId xmlns:a16="http://schemas.microsoft.com/office/drawing/2014/main" id="{F3692324-6EEB-4C0A-BF90-7A27FBF6D7BD}"/>
              </a:ext>
            </a:extLst>
          </p:cNvPr>
          <p:cNvSpPr>
            <a:spLocks noGrp="1"/>
          </p:cNvSpPr>
          <p:nvPr>
            <p:ph sz="quarter" idx="14"/>
          </p:nvPr>
        </p:nvSpPr>
        <p:spPr>
          <a:xfrm>
            <a:off x="8068564" y="2791788"/>
            <a:ext cx="3053588"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Sample Footer Text</a:t>
            </a:r>
          </a:p>
        </p:txBody>
      </p:sp>
      <p:sp>
        <p:nvSpPr>
          <p:cNvPr id="7" name="Date Placeholder 6"/>
          <p:cNvSpPr>
            <a:spLocks noGrp="1"/>
          </p:cNvSpPr>
          <p:nvPr>
            <p:ph type="dt" sz="half" idx="10"/>
          </p:nvPr>
        </p:nvSpPr>
        <p:spPr/>
        <p:txBody>
          <a:bodyPr/>
          <a:lstStyle>
            <a:lvl1pPr>
              <a:defRPr/>
            </a:lvl1pPr>
          </a:lstStyle>
          <a:p>
            <a:r>
              <a:rPr lang="en-US"/>
              <a:t>20XX</a:t>
            </a:r>
          </a:p>
        </p:txBody>
      </p:sp>
      <p:sp>
        <p:nvSpPr>
          <p:cNvPr id="9" name="Slide Number Placeholder 8"/>
          <p:cNvSpPr>
            <a:spLocks noGrp="1"/>
          </p:cNvSpPr>
          <p:nvPr>
            <p:ph type="sldNum" sz="quarter" idx="12"/>
          </p:nvPr>
        </p:nvSpPr>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34727626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r>
              <a:rPr lang="en-US"/>
              <a:t>20XX</a:t>
            </a:r>
          </a:p>
        </p:txBody>
      </p:sp>
      <p:sp>
        <p:nvSpPr>
          <p:cNvPr id="4" name="Footer Placeholder 3"/>
          <p:cNvSpPr>
            <a:spLocks noGrp="1"/>
          </p:cNvSpPr>
          <p:nvPr>
            <p:ph type="ftr" sz="quarter" idx="11"/>
          </p:nvPr>
        </p:nvSpPr>
        <p:spPr/>
        <p:txBody>
          <a:bodyPr/>
          <a:lstStyle/>
          <a:p>
            <a:r>
              <a:rPr lang="en-US"/>
              <a:t>Sample Footer Text</a:t>
            </a:r>
          </a:p>
        </p:txBody>
      </p:sp>
      <p:sp>
        <p:nvSpPr>
          <p:cNvPr id="5" name="Slide Number Placeholder 4"/>
          <p:cNvSpPr>
            <a:spLocks noGrp="1"/>
          </p:cNvSpPr>
          <p:nvPr>
            <p:ph type="sldNum" sz="quarter" idx="12"/>
          </p:nvPr>
        </p:nvSpPr>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18384376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r>
              <a:rPr lang="en-US"/>
              <a:t>20XX</a:t>
            </a:r>
          </a:p>
        </p:txBody>
      </p:sp>
      <p:sp>
        <p:nvSpPr>
          <p:cNvPr id="3" name="Footer Placeholder 2"/>
          <p:cNvSpPr>
            <a:spLocks noGrp="1"/>
          </p:cNvSpPr>
          <p:nvPr>
            <p:ph type="ftr" sz="quarter" idx="11"/>
          </p:nvPr>
        </p:nvSpPr>
        <p:spPr/>
        <p:txBody>
          <a:bodyPr/>
          <a:lstStyle/>
          <a:p>
            <a:r>
              <a:rPr lang="en-US"/>
              <a:t>Sample Footer Text</a:t>
            </a:r>
          </a:p>
        </p:txBody>
      </p:sp>
      <p:sp>
        <p:nvSpPr>
          <p:cNvPr id="4" name="Slide Number Placeholder 3"/>
          <p:cNvSpPr>
            <a:spLocks noGrp="1"/>
          </p:cNvSpPr>
          <p:nvPr>
            <p:ph type="sldNum" sz="quarter" idx="12"/>
          </p:nvPr>
        </p:nvSpPr>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16921777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r>
              <a:rPr lang="en-US"/>
              <a:t>20XX</a:t>
            </a:r>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r>
              <a:rPr lang="en-US"/>
              <a:t>Sample Footer Text</a:t>
            </a:r>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294A09A9-5501-47C1-A89A-A340965A2BE2}" type="slidenum">
              <a:rPr lang="en-US" smtClean="0"/>
              <a:t>‹#›</a:t>
            </a:fld>
            <a:endParaRPr lang="en-US"/>
          </a:p>
        </p:txBody>
      </p:sp>
    </p:spTree>
    <p:extLst>
      <p:ext uri="{BB962C8B-B14F-4D97-AF65-F5344CB8AC3E}">
        <p14:creationId xmlns:p14="http://schemas.microsoft.com/office/powerpoint/2010/main" val="36418940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r>
              <a:rPr lang="en-US"/>
              <a:t>20XX</a:t>
            </a:r>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r>
              <a:rPr lang="en-US"/>
              <a:t>Sample Footer Text</a:t>
            </a:r>
          </a:p>
        </p:txBody>
      </p:sp>
      <p:sp>
        <p:nvSpPr>
          <p:cNvPr id="7" name="Slide Number Placeholder 6"/>
          <p:cNvSpPr>
            <a:spLocks noGrp="1"/>
          </p:cNvSpPr>
          <p:nvPr>
            <p:ph type="sldNum" sz="quarter" idx="12"/>
          </p:nvPr>
        </p:nvSpPr>
        <p:spPr>
          <a:xfrm>
            <a:off x="10396728" y="6035040"/>
            <a:ext cx="1225296" cy="365760"/>
          </a:xfrm>
        </p:spPr>
        <p:txBody>
          <a:bodyPr/>
          <a:lstStyle/>
          <a:p>
            <a:fld id="{294A09A9-5501-47C1-A89A-A340965A2BE2}" type="slidenum">
              <a:rPr lang="en-US" smtClean="0"/>
              <a:t>‹#›</a:t>
            </a:fld>
            <a:endParaRPr lang="en-US"/>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163324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r>
              <a:rPr lang="en-US"/>
              <a:t>20XX</a:t>
            </a:r>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1000">
                <a:solidFill>
                  <a:schemeClr val="tx1">
                    <a:lumMod val="85000"/>
                    <a:lumOff val="15000"/>
                  </a:schemeClr>
                </a:solidFill>
              </a:defRPr>
            </a:lvl1pPr>
          </a:lstStyle>
          <a:p>
            <a:r>
              <a:rPr lang="en-US"/>
              <a:t>Sample Footer Text</a:t>
            </a:r>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294A09A9-5501-47C1-A89A-A340965A2BE2}" type="slidenum">
              <a:rPr lang="en-US" smtClean="0"/>
              <a:t>‹#›</a:t>
            </a:fld>
            <a:endParaRPr lang="en-US"/>
          </a:p>
        </p:txBody>
      </p:sp>
    </p:spTree>
    <p:extLst>
      <p:ext uri="{BB962C8B-B14F-4D97-AF65-F5344CB8AC3E}">
        <p14:creationId xmlns:p14="http://schemas.microsoft.com/office/powerpoint/2010/main" val="3441091781"/>
      </p:ext>
    </p:extLst>
  </p:cSld>
  <p:clrMap bg1="lt1" tx1="dk1" bg2="lt2" tx2="dk2" accent1="accent1" accent2="accent2" accent3="accent3" accent4="accent4" accent5="accent5" accent6="accent6" hlink="hlink" folHlink="folHlink"/>
  <p:sldLayoutIdLst>
    <p:sldLayoutId id="2147483659" r:id="rId1"/>
    <p:sldLayoutId id="2147483671" r:id="rId2"/>
    <p:sldLayoutId id="2147483660" r:id="rId3"/>
    <p:sldLayoutId id="2147483676" r:id="rId4"/>
    <p:sldLayoutId id="2147483673" r:id="rId5"/>
    <p:sldLayoutId id="2147483677" r:id="rId6"/>
    <p:sldLayoutId id="2147483672" r:id="rId7"/>
    <p:sldLayoutId id="2147483675" r:id="rId8"/>
    <p:sldLayoutId id="2147483678" r:id="rId9"/>
    <p:sldLayoutId id="2147483662" r:id="rId10"/>
    <p:sldLayoutId id="2147483663" r:id="rId11"/>
    <p:sldLayoutId id="2147483670" r:id="rId12"/>
    <p:sldLayoutId id="2147483664" r:id="rId13"/>
    <p:sldLayoutId id="2147483665" r:id="rId14"/>
    <p:sldLayoutId id="2147483666" r:id="rId15"/>
    <p:sldLayoutId id="2147483667" r:id="rId16"/>
  </p:sldLayoutIdLst>
  <p:hf hdr="0" dt="0"/>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tint val="95000"/>
              </a:schemeClr>
              <a:schemeClr val="bg1">
                <a:shade val="92000"/>
                <a:satMod val="115000"/>
              </a:schemeClr>
            </a:duotone>
          </a:blip>
          <a:tile tx="0" ty="0" sx="60000" sy="60000" flip="none" algn="tl"/>
        </a:blip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B66F8A2C-B8CF-4B20-9A73-2ADCF63027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1" name="Rectangle 20">
            <a:extLst>
              <a:ext uri="{FF2B5EF4-FFF2-40B4-BE49-F238E27FC236}">
                <a16:creationId xmlns:a16="http://schemas.microsoft.com/office/drawing/2014/main" id="{B5DD78E9-DE0D-47AF-A0DB-F475221E3D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108" y="610955"/>
            <a:ext cx="10927784" cy="5636090"/>
          </a:xfrm>
          <a:prstGeom prst="rect">
            <a:avLst/>
          </a:prstGeom>
          <a:solidFill>
            <a:srgbClr val="FFFFFF"/>
          </a:solidFill>
          <a:ln w="6350" cap="flat" cmpd="sng" algn="ctr">
            <a:noFill/>
            <a:prstDash val="solid"/>
          </a:ln>
          <a:effectLst>
            <a:outerShdw blurRad="50800" algn="ctr" rotWithShape="0">
              <a:prstClr val="black">
                <a:alpha val="66000"/>
              </a:prstClr>
            </a:outerShdw>
            <a:softEdge rad="0"/>
          </a:effectLst>
        </p:spPr>
      </p:sp>
      <p:sp useBgFill="1">
        <p:nvSpPr>
          <p:cNvPr id="23" name="Rectangle 22">
            <a:extLst>
              <a:ext uri="{FF2B5EF4-FFF2-40B4-BE49-F238E27FC236}">
                <a16:creationId xmlns:a16="http://schemas.microsoft.com/office/drawing/2014/main" id="{A118D329-2010-4A15-B57C-429FFAE35B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052" y="777240"/>
            <a:ext cx="10597896" cy="5303520"/>
          </a:xfrm>
          <a:prstGeom prst="rect">
            <a:avLst/>
          </a:prstGeom>
          <a:ln w="6350" cap="sq" cmpd="sng" algn="ctr">
            <a:solidFill>
              <a:schemeClr val="tx1">
                <a:lumMod val="75000"/>
                <a:lumOff val="25000"/>
              </a:schemeClr>
            </a:solidFill>
            <a:prstDash val="solid"/>
            <a:miter lim="800000"/>
          </a:ln>
          <a:effectLst/>
        </p:spPr>
      </p:sp>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a:xfrm>
            <a:off x="1415755" y="1713475"/>
            <a:ext cx="8859531" cy="4369267"/>
          </a:xfrm>
        </p:spPr>
        <p:txBody>
          <a:bodyPr anchor="ctr">
            <a:normAutofit/>
          </a:bodyPr>
          <a:lstStyle/>
          <a:p>
            <a:pPr algn="l"/>
            <a:r>
              <a:rPr lang="en-US" sz="3200" dirty="0">
                <a:solidFill>
                  <a:schemeClr val="tx1"/>
                </a:solidFill>
                <a:latin typeface="Calibri"/>
                <a:ea typeface="Calibri"/>
                <a:cs typeface="Calibri"/>
              </a:rPr>
              <a:t>Pharmacy Management System</a:t>
            </a:r>
          </a:p>
          <a:p>
            <a:pPr algn="l"/>
            <a:r>
              <a:rPr lang="en-US" sz="3200" dirty="0">
                <a:solidFill>
                  <a:schemeClr val="tx1"/>
                </a:solidFill>
                <a:latin typeface="Calibri"/>
                <a:ea typeface="Calibri"/>
                <a:cs typeface="Calibri"/>
              </a:rPr>
              <a:t>Database Development with PL/SQL </a:t>
            </a:r>
          </a:p>
          <a:p>
            <a:pPr algn="l"/>
            <a:r>
              <a:rPr lang="en-US" sz="3200" dirty="0">
                <a:solidFill>
                  <a:schemeClr val="tx1"/>
                </a:solidFill>
                <a:latin typeface="Calibri"/>
                <a:ea typeface="Calibri"/>
                <a:cs typeface="Calibri"/>
              </a:rPr>
              <a:t> Lecturer: Eric </a:t>
            </a:r>
            <a:r>
              <a:rPr lang="en-US" sz="3200" err="1">
                <a:solidFill>
                  <a:schemeClr val="tx1"/>
                </a:solidFill>
                <a:latin typeface="Calibri"/>
                <a:ea typeface="Calibri"/>
                <a:cs typeface="Calibri"/>
              </a:rPr>
              <a:t>Maniraguha</a:t>
            </a:r>
            <a:endParaRPr lang="en-US" sz="3200">
              <a:solidFill>
                <a:schemeClr val="tx1"/>
              </a:solidFill>
              <a:latin typeface="Calibri"/>
              <a:ea typeface="Calibri"/>
              <a:cs typeface="Calibri"/>
            </a:endParaRPr>
          </a:p>
          <a:p>
            <a:pPr algn="l"/>
            <a:r>
              <a:rPr lang="en-US" sz="3200">
                <a:solidFill>
                  <a:schemeClr val="tx1"/>
                </a:solidFill>
                <a:latin typeface="Calibri"/>
                <a:ea typeface="Calibri"/>
                <a:cs typeface="Calibri"/>
              </a:rPr>
              <a:t> Academic Year: 2025-2026</a:t>
            </a:r>
            <a:br>
              <a:rPr lang="en-US" sz="3200" dirty="0">
                <a:solidFill>
                  <a:schemeClr val="tx1"/>
                </a:solidFill>
                <a:latin typeface="Calibri"/>
                <a:ea typeface="Calibri"/>
                <a:cs typeface="Calibri"/>
              </a:rPr>
            </a:br>
            <a:r>
              <a:rPr lang="en-US" sz="3200">
                <a:solidFill>
                  <a:schemeClr val="tx1"/>
                </a:solidFill>
                <a:latin typeface="Calibri"/>
                <a:ea typeface="Calibri"/>
                <a:cs typeface="Calibri"/>
              </a:rPr>
              <a:t>Adventist University of Central Africa</a:t>
            </a:r>
          </a:p>
          <a:p>
            <a:pPr algn="l"/>
            <a:endParaRPr lang="en-US" sz="3200" dirty="0">
              <a:solidFill>
                <a:schemeClr val="tx1"/>
              </a:solidFill>
              <a:latin typeface="Calibri"/>
              <a:ea typeface="Calibri"/>
              <a:cs typeface="Calibri"/>
            </a:endParaRPr>
          </a:p>
          <a:p>
            <a:pPr algn="l"/>
            <a:endParaRPr lang="en-US" sz="3200" dirty="0">
              <a:solidFill>
                <a:schemeClr val="tx1"/>
              </a:solidFill>
              <a:latin typeface="Calibri"/>
              <a:ea typeface="Calibri"/>
              <a:cs typeface="Calibri"/>
            </a:endParaRPr>
          </a:p>
        </p:txBody>
      </p:sp>
      <p:sp>
        <p:nvSpPr>
          <p:cNvPr id="3" name="Subtitle 2">
            <a:extLst>
              <a:ext uri="{FF2B5EF4-FFF2-40B4-BE49-F238E27FC236}">
                <a16:creationId xmlns:a16="http://schemas.microsoft.com/office/drawing/2014/main" id="{A068D447-28D3-4F5F-B2DC-FD67E9015868}"/>
              </a:ext>
            </a:extLst>
          </p:cNvPr>
          <p:cNvSpPr>
            <a:spLocks noGrp="1"/>
          </p:cNvSpPr>
          <p:nvPr>
            <p:ph type="subTitle" idx="1"/>
          </p:nvPr>
        </p:nvSpPr>
        <p:spPr>
          <a:xfrm>
            <a:off x="8132246" y="1215934"/>
            <a:ext cx="2924859" cy="4312402"/>
          </a:xfrm>
        </p:spPr>
        <p:txBody>
          <a:bodyPr vert="horz" lIns="91440" tIns="45720" rIns="91440" bIns="45720" rtlCol="0" anchor="ctr">
            <a:normAutofit/>
          </a:bodyPr>
          <a:lstStyle/>
          <a:p>
            <a:pPr algn="l">
              <a:spcAft>
                <a:spcPts val="600"/>
              </a:spcAft>
            </a:pPr>
            <a:r>
              <a:rPr lang="en-US" sz="2400" err="1">
                <a:latin typeface="Calibri"/>
                <a:ea typeface="Calibri"/>
                <a:cs typeface="Calibri"/>
              </a:rPr>
              <a:t>Uwitonze</a:t>
            </a:r>
            <a:r>
              <a:rPr lang="en-US" sz="2400" dirty="0">
                <a:latin typeface="Calibri"/>
                <a:ea typeface="Calibri"/>
                <a:cs typeface="Calibri"/>
              </a:rPr>
              <a:t> Pacific | Student ID: 26983</a:t>
            </a:r>
          </a:p>
          <a:p>
            <a:pPr algn="l">
              <a:spcAft>
                <a:spcPts val="600"/>
              </a:spcAft>
            </a:pPr>
            <a:endParaRPr lang="en-US" sz="2400" dirty="0">
              <a:latin typeface="Calibri"/>
              <a:ea typeface="Calibri"/>
              <a:cs typeface="Calibri"/>
            </a:endParaRPr>
          </a:p>
        </p:txBody>
      </p:sp>
      <p:cxnSp>
        <p:nvCxnSpPr>
          <p:cNvPr id="25" name="Straight Connector 24">
            <a:extLst>
              <a:ext uri="{FF2B5EF4-FFF2-40B4-BE49-F238E27FC236}">
                <a16:creationId xmlns:a16="http://schemas.microsoft.com/office/drawing/2014/main" id="{994262BC-EE98-4BD6-82DB-4955E8DCC29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2" y="2057401"/>
            <a:ext cx="0" cy="274320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7" name="Rectangle 56">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FB65ABA3-820C-4D75-9437-9EFA1ADFE1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61" name="Rectangle 60">
            <a:extLst>
              <a:ext uri="{FF2B5EF4-FFF2-40B4-BE49-F238E27FC236}">
                <a16:creationId xmlns:a16="http://schemas.microsoft.com/office/drawing/2014/main" id="{036BF2FB-90D8-48DB-BD34-D040CDCFF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63" name="Rectangle 62">
            <a:extLst>
              <a:ext uri="{FF2B5EF4-FFF2-40B4-BE49-F238E27FC236}">
                <a16:creationId xmlns:a16="http://schemas.microsoft.com/office/drawing/2014/main" id="{78632963-757B-40C2-BB84-FC6107A54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6" y="0"/>
            <a:ext cx="12193866"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Placeholder 10" descr="A green cross sign on a building&#10;&#10;AI-generated content may be incorrect.">
            <a:extLst>
              <a:ext uri="{FF2B5EF4-FFF2-40B4-BE49-F238E27FC236}">
                <a16:creationId xmlns:a16="http://schemas.microsoft.com/office/drawing/2014/main" id="{4D446641-3AA1-4C43-9E6B-09347E88B2F2}"/>
              </a:ext>
            </a:extLst>
          </p:cNvPr>
          <p:cNvPicPr>
            <a:picLocks noGrp="1" noChangeAspect="1"/>
          </p:cNvPicPr>
          <p:nvPr>
            <p:ph type="pic" sz="quarter" idx="10"/>
          </p:nvPr>
        </p:nvPicPr>
        <p:blipFill rotWithShape="1">
          <a:blip r:embed="rId3"/>
          <a:srcRect t="9956" b="5458"/>
          <a:stretch>
            <a:fillRect/>
          </a:stretch>
        </p:blipFill>
        <p:spPr>
          <a:xfrm>
            <a:off x="20" y="-1"/>
            <a:ext cx="12191980" cy="6857999"/>
          </a:xfrm>
          <a:prstGeom prst="rect">
            <a:avLst/>
          </a:prstGeom>
        </p:spPr>
      </p:pic>
      <p:sp>
        <p:nvSpPr>
          <p:cNvPr id="65" name="Rectangle 64">
            <a:extLst>
              <a:ext uri="{FF2B5EF4-FFF2-40B4-BE49-F238E27FC236}">
                <a16:creationId xmlns:a16="http://schemas.microsoft.com/office/drawing/2014/main" id="{2853AE55-7E35-44B0-89F1-3F52B262AF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7615" y="253548"/>
            <a:ext cx="5612193" cy="6361598"/>
          </a:xfrm>
          <a:prstGeom prst="rect">
            <a:avLst/>
          </a:prstGeom>
          <a:solidFill>
            <a:schemeClr val="bg1">
              <a:alpha val="9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DBC4BE4D-4B50-4F51-9F85-4B5D60B02D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5448" y="407588"/>
            <a:ext cx="5299768" cy="6022878"/>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8C802F-C74D-41A2-8127-19D4F8EE42F4}"/>
              </a:ext>
            </a:extLst>
          </p:cNvPr>
          <p:cNvSpPr>
            <a:spLocks noGrp="1"/>
          </p:cNvSpPr>
          <p:nvPr>
            <p:ph type="title"/>
          </p:nvPr>
        </p:nvSpPr>
        <p:spPr>
          <a:xfrm>
            <a:off x="774043" y="727626"/>
            <a:ext cx="4602152" cy="1718225"/>
          </a:xfrm>
        </p:spPr>
        <p:txBody>
          <a:bodyPr vert="horz" lIns="91440" tIns="45720" rIns="91440" bIns="45720" rtlCol="0" anchor="ctr">
            <a:normAutofit/>
          </a:bodyPr>
          <a:lstStyle/>
          <a:p>
            <a:r>
              <a:rPr lang="en-US" sz="4400" dirty="0">
                <a:solidFill>
                  <a:schemeClr val="tx1">
                    <a:lumMod val="85000"/>
                    <a:lumOff val="15000"/>
                  </a:schemeClr>
                </a:solidFill>
                <a:latin typeface="Calibri"/>
                <a:ea typeface="Calibri"/>
                <a:cs typeface="Calibri"/>
              </a:rPr>
              <a:t>Introduction</a:t>
            </a:r>
          </a:p>
        </p:txBody>
      </p:sp>
      <p:sp>
        <p:nvSpPr>
          <p:cNvPr id="37" name="Content Placeholder 36">
            <a:extLst>
              <a:ext uri="{FF2B5EF4-FFF2-40B4-BE49-F238E27FC236}">
                <a16:creationId xmlns:a16="http://schemas.microsoft.com/office/drawing/2014/main" id="{E4A54726-4483-4264-B2EC-04C460B0BD95}"/>
              </a:ext>
            </a:extLst>
          </p:cNvPr>
          <p:cNvSpPr>
            <a:spLocks noGrp="1"/>
          </p:cNvSpPr>
          <p:nvPr>
            <p:ph sz="quarter" idx="11"/>
          </p:nvPr>
        </p:nvSpPr>
        <p:spPr>
          <a:xfrm>
            <a:off x="774043" y="1890651"/>
            <a:ext cx="4602152" cy="3480066"/>
          </a:xfrm>
        </p:spPr>
        <p:txBody>
          <a:bodyPr vert="horz" lIns="91440" tIns="45720" rIns="91440" bIns="45720" rtlCol="0" anchor="t">
            <a:normAutofit fontScale="62500" lnSpcReduction="20000"/>
          </a:bodyPr>
          <a:lstStyle/>
          <a:p>
            <a:pPr>
              <a:buClr>
                <a:srgbClr val="262626"/>
              </a:buClr>
            </a:pPr>
            <a:endParaRPr lang="en-US" sz="1500" b="1" dirty="0">
              <a:solidFill>
                <a:srgbClr val="FFFFFF"/>
              </a:solidFill>
              <a:latin typeface="Calibri"/>
              <a:ea typeface="Calibri"/>
              <a:cs typeface="Calibri"/>
            </a:endParaRPr>
          </a:p>
          <a:p>
            <a:pPr>
              <a:buClr>
                <a:srgbClr val="262626"/>
              </a:buClr>
            </a:pPr>
            <a:r>
              <a:rPr lang="en-US" sz="1500" dirty="0">
                <a:solidFill>
                  <a:schemeClr val="tx1"/>
                </a:solidFill>
                <a:latin typeface="Calibri"/>
                <a:ea typeface="+mn-lt"/>
                <a:cs typeface="+mn-lt"/>
              </a:rPr>
              <a:t>Modern pharmacies continue to experience operational challenges caused by manual and fragmented processes. These issues frequently result in prescription errors, inventory mismatches, delayed patient services, and inconsistencies in patient and medicine records.</a:t>
            </a:r>
            <a:br>
              <a:rPr lang="en-US" sz="1500" dirty="0">
                <a:latin typeface="Calibri"/>
                <a:ea typeface="+mn-lt"/>
                <a:cs typeface="+mn-lt"/>
              </a:rPr>
            </a:br>
            <a:r>
              <a:rPr lang="en-US" sz="1500" dirty="0">
                <a:solidFill>
                  <a:schemeClr val="tx1"/>
                </a:solidFill>
                <a:latin typeface="Calibri"/>
                <a:ea typeface="+mn-lt"/>
                <a:cs typeface="+mn-lt"/>
              </a:rPr>
              <a:t> This project introduces a Pharmacy Management System developed using Oracle Database and PL/SQL to improve accuracy, automate workflows, and enhance service delivery through:</a:t>
            </a:r>
          </a:p>
          <a:p>
            <a:pPr marL="285750" indent="-285750">
              <a:buFont typeface="Wingdings" pitchFamily="18" charset="0"/>
              <a:buChar char="ü"/>
            </a:pPr>
            <a:r>
              <a:rPr lang="en-US" sz="1500" dirty="0">
                <a:solidFill>
                  <a:schemeClr val="tx1"/>
                </a:solidFill>
                <a:latin typeface="Calibri"/>
                <a:ea typeface="+mn-lt"/>
                <a:cs typeface="+mn-lt"/>
              </a:rPr>
              <a:t>Automated prescription processing</a:t>
            </a:r>
            <a:endParaRPr lang="en-US" sz="1500">
              <a:solidFill>
                <a:schemeClr val="tx1"/>
              </a:solidFill>
              <a:latin typeface="Calibri"/>
              <a:ea typeface="Calibri"/>
              <a:cs typeface="Calibri"/>
            </a:endParaRPr>
          </a:p>
          <a:p>
            <a:pPr marL="285750" indent="-285750">
              <a:buFont typeface="Wingdings" pitchFamily="18" charset="0"/>
              <a:buChar char="ü"/>
            </a:pPr>
            <a:r>
              <a:rPr lang="en-US" sz="1500" dirty="0">
                <a:solidFill>
                  <a:schemeClr val="tx1"/>
                </a:solidFill>
                <a:latin typeface="Calibri"/>
                <a:ea typeface="+mn-lt"/>
                <a:cs typeface="+mn-lt"/>
              </a:rPr>
              <a:t>Real-time inventory monitoring</a:t>
            </a:r>
            <a:endParaRPr lang="en-US" sz="1500">
              <a:solidFill>
                <a:schemeClr val="tx1"/>
              </a:solidFill>
              <a:latin typeface="Calibri"/>
              <a:ea typeface="Calibri"/>
              <a:cs typeface="Calibri"/>
            </a:endParaRPr>
          </a:p>
          <a:p>
            <a:pPr marL="285750" indent="-285750">
              <a:buFont typeface="Wingdings" pitchFamily="18" charset="0"/>
              <a:buChar char="ü"/>
            </a:pPr>
            <a:r>
              <a:rPr lang="en-US" sz="1500" dirty="0">
                <a:solidFill>
                  <a:schemeClr val="tx1"/>
                </a:solidFill>
                <a:latin typeface="Calibri"/>
                <a:ea typeface="+mn-lt"/>
                <a:cs typeface="+mn-lt"/>
              </a:rPr>
              <a:t>Secure management of prescriptions, inventory, and payments</a:t>
            </a:r>
          </a:p>
          <a:p>
            <a:pPr marL="285750" indent="-285750">
              <a:buFont typeface="Wingdings" pitchFamily="18" charset="0"/>
              <a:buChar char="ü"/>
            </a:pPr>
            <a:r>
              <a:rPr lang="en-US" sz="1500" dirty="0">
                <a:solidFill>
                  <a:schemeClr val="tx1"/>
                </a:solidFill>
                <a:latin typeface="Calibri"/>
                <a:ea typeface="+mn-lt"/>
                <a:cs typeface="+mn-lt"/>
              </a:rPr>
              <a:t>Increased operational efficiency</a:t>
            </a:r>
            <a:br>
              <a:rPr lang="en-US" dirty="0"/>
            </a:br>
            <a:endParaRPr lang="en-US" sz="1500">
              <a:solidFill>
                <a:srgbClr val="000000"/>
              </a:solidFill>
              <a:latin typeface="Calibri"/>
              <a:ea typeface="Calibri"/>
              <a:cs typeface="Calibri"/>
            </a:endParaRPr>
          </a:p>
          <a:p>
            <a:r>
              <a:rPr lang="en-US" sz="3200" b="1" dirty="0">
                <a:solidFill>
                  <a:schemeClr val="tx1"/>
                </a:solidFill>
                <a:latin typeface="Calibri"/>
                <a:ea typeface="Calibri"/>
                <a:cs typeface="Calibri"/>
              </a:rPr>
              <a:t>Problem Statement</a:t>
            </a:r>
            <a:endParaRPr lang="en-US" sz="2000">
              <a:solidFill>
                <a:schemeClr val="tx1"/>
              </a:solidFill>
              <a:latin typeface="Calibri"/>
              <a:ea typeface="Calibri"/>
              <a:cs typeface="Calibri"/>
            </a:endParaRPr>
          </a:p>
          <a:p>
            <a:r>
              <a:rPr lang="en-US" sz="1500" dirty="0">
                <a:solidFill>
                  <a:schemeClr val="tx1"/>
                </a:solidFill>
                <a:latin typeface="Calibri"/>
                <a:ea typeface="+mn-lt"/>
                <a:cs typeface="+mn-lt"/>
              </a:rPr>
              <a:t>Despite their critical role in healthcare, many pharmacies still rely on manual procedures that lead to:</a:t>
            </a:r>
            <a:endParaRPr lang="en-US" sz="1500">
              <a:solidFill>
                <a:schemeClr val="tx1"/>
              </a:solidFill>
              <a:latin typeface="Calibri"/>
              <a:ea typeface="Calibri"/>
              <a:cs typeface="Calibri"/>
            </a:endParaRPr>
          </a:p>
          <a:p>
            <a:pPr>
              <a:buFont typeface="Wingdings" pitchFamily="18" charset="0"/>
              <a:buChar char="ü"/>
            </a:pPr>
            <a:r>
              <a:rPr lang="en-US" sz="1500" dirty="0">
                <a:solidFill>
                  <a:schemeClr val="tx1"/>
                </a:solidFill>
                <a:latin typeface="Calibri"/>
                <a:ea typeface="+mn-lt"/>
                <a:cs typeface="+mn-lt"/>
              </a:rPr>
              <a:t>Frequent prescription errors</a:t>
            </a:r>
            <a:endParaRPr lang="en-US" sz="1500">
              <a:solidFill>
                <a:schemeClr val="tx1"/>
              </a:solidFill>
              <a:latin typeface="Calibri"/>
              <a:ea typeface="Calibri"/>
              <a:cs typeface="Calibri"/>
            </a:endParaRPr>
          </a:p>
          <a:p>
            <a:pPr>
              <a:buFont typeface="Wingdings" pitchFamily="18" charset="0"/>
              <a:buChar char="ü"/>
            </a:pPr>
            <a:r>
              <a:rPr lang="en-US" sz="1500" dirty="0">
                <a:solidFill>
                  <a:schemeClr val="tx1"/>
                </a:solidFill>
                <a:latin typeface="Calibri"/>
                <a:ea typeface="+mn-lt"/>
                <a:cs typeface="+mn-lt"/>
              </a:rPr>
              <a:t>Outdated or inaccurate inventory tracking</a:t>
            </a:r>
            <a:endParaRPr lang="en-US" sz="1500" dirty="0">
              <a:solidFill>
                <a:schemeClr val="tx1"/>
              </a:solidFill>
              <a:latin typeface="Calibri"/>
              <a:ea typeface="Calibri"/>
              <a:cs typeface="Calibri"/>
            </a:endParaRPr>
          </a:p>
          <a:p>
            <a:pPr>
              <a:buFont typeface="Wingdings" pitchFamily="18" charset="0"/>
              <a:buChar char="ü"/>
            </a:pPr>
            <a:r>
              <a:rPr lang="en-US" sz="1500" dirty="0">
                <a:solidFill>
                  <a:schemeClr val="tx1"/>
                </a:solidFill>
                <a:latin typeface="Calibri"/>
                <a:ea typeface="+mn-lt"/>
                <a:cs typeface="+mn-lt"/>
              </a:rPr>
              <a:t>Slow service delivery to patients</a:t>
            </a:r>
            <a:endParaRPr lang="en-US" sz="1500" dirty="0">
              <a:solidFill>
                <a:schemeClr val="tx1"/>
              </a:solidFill>
              <a:latin typeface="Calibri"/>
              <a:ea typeface="Calibri"/>
              <a:cs typeface="Calibri"/>
            </a:endParaRPr>
          </a:p>
          <a:p>
            <a:pPr>
              <a:buFont typeface="Wingdings" pitchFamily="18" charset="0"/>
              <a:buChar char="ü"/>
            </a:pPr>
            <a:r>
              <a:rPr lang="en-US" sz="1500" dirty="0">
                <a:solidFill>
                  <a:schemeClr val="tx1"/>
                </a:solidFill>
                <a:latin typeface="Calibri"/>
                <a:ea typeface="+mn-lt"/>
                <a:cs typeface="+mn-lt"/>
              </a:rPr>
              <a:t>Poorly structured or inconsistent patient records</a:t>
            </a:r>
            <a:endParaRPr lang="en-US" sz="1500" dirty="0">
              <a:solidFill>
                <a:schemeClr val="tx1"/>
              </a:solidFill>
              <a:latin typeface="Calibri"/>
              <a:ea typeface="Calibri"/>
              <a:cs typeface="Calibri"/>
            </a:endParaRPr>
          </a:p>
          <a:p>
            <a:pPr indent="-182880">
              <a:lnSpc>
                <a:spcPct val="90000"/>
              </a:lnSpc>
              <a:buClr>
                <a:srgbClr val="262626"/>
              </a:buClr>
              <a:buFont typeface="Wingdings" pitchFamily="18" charset="0"/>
              <a:buChar char="ü"/>
            </a:pPr>
            <a:endParaRPr lang="en-US" sz="1500" dirty="0">
              <a:solidFill>
                <a:schemeClr val="tx1"/>
              </a:solidFill>
              <a:latin typeface="Calibri"/>
              <a:ea typeface="Calibri"/>
              <a:cs typeface="Calibri"/>
            </a:endParaRPr>
          </a:p>
        </p:txBody>
      </p:sp>
    </p:spTree>
    <p:extLst>
      <p:ext uri="{BB962C8B-B14F-4D97-AF65-F5344CB8AC3E}">
        <p14:creationId xmlns:p14="http://schemas.microsoft.com/office/powerpoint/2010/main" val="5205941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35CE18-AAC0-4307-FF02-FD94282A4499}"/>
            </a:ext>
          </a:extLst>
        </p:cNvPr>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04B7AC44-1B7B-4F09-9AA4-3DFDEC575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46" name="Rectangle 45">
            <a:extLst>
              <a:ext uri="{FF2B5EF4-FFF2-40B4-BE49-F238E27FC236}">
                <a16:creationId xmlns:a16="http://schemas.microsoft.com/office/drawing/2014/main" id="{6683E473-94FF-4ACE-9433-1F14799E89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48" name="Rectangle 47">
            <a:extLst>
              <a:ext uri="{FF2B5EF4-FFF2-40B4-BE49-F238E27FC236}">
                <a16:creationId xmlns:a16="http://schemas.microsoft.com/office/drawing/2014/main" id="{B6EE7E08-B389-43E5-B019-1B0A8ACBBD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1"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Placeholder 10" descr="A puzzle with a word on it&#10;&#10;AI-generated content may be incorrect.">
            <a:extLst>
              <a:ext uri="{FF2B5EF4-FFF2-40B4-BE49-F238E27FC236}">
                <a16:creationId xmlns:a16="http://schemas.microsoft.com/office/drawing/2014/main" id="{E87AE04F-8851-23B3-C138-38CF15C5E561}"/>
              </a:ext>
            </a:extLst>
          </p:cNvPr>
          <p:cNvPicPr>
            <a:picLocks noGrp="1" noChangeAspect="1"/>
          </p:cNvPicPr>
          <p:nvPr>
            <p:ph type="pic" sz="quarter" idx="10"/>
          </p:nvPr>
        </p:nvPicPr>
        <p:blipFill rotWithShape="1">
          <a:blip r:embed="rId3"/>
          <a:stretch/>
        </p:blipFill>
        <p:spPr>
          <a:xfrm>
            <a:off x="727654" y="1552891"/>
            <a:ext cx="5367165" cy="3765026"/>
          </a:xfrm>
          <a:prstGeom prst="rect">
            <a:avLst/>
          </a:prstGeom>
        </p:spPr>
      </p:pic>
      <p:sp>
        <p:nvSpPr>
          <p:cNvPr id="50" name="Rectangle 49">
            <a:extLst>
              <a:ext uri="{FF2B5EF4-FFF2-40B4-BE49-F238E27FC236}">
                <a16:creationId xmlns:a16="http://schemas.microsoft.com/office/drawing/2014/main" id="{E60D94A5-8A09-4BAB-8F7C-69BC34C54D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21267" y="255102"/>
            <a:ext cx="5342133" cy="6361598"/>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7A1AE32B-3A6E-4C5E-8FEB-73861B9A26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69100" y="393365"/>
            <a:ext cx="5018211" cy="6035547"/>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682BBD-B6D2-B99D-3A91-65161441A481}"/>
              </a:ext>
            </a:extLst>
          </p:cNvPr>
          <p:cNvSpPr>
            <a:spLocks noGrp="1"/>
          </p:cNvSpPr>
          <p:nvPr>
            <p:ph type="title"/>
          </p:nvPr>
        </p:nvSpPr>
        <p:spPr>
          <a:xfrm>
            <a:off x="7064082" y="642594"/>
            <a:ext cx="4472921" cy="1643928"/>
          </a:xfrm>
        </p:spPr>
        <p:txBody>
          <a:bodyPr vert="horz" lIns="91440" tIns="45720" rIns="91440" bIns="45720" rtlCol="0" anchor="ctr">
            <a:normAutofit/>
          </a:bodyPr>
          <a:lstStyle/>
          <a:p>
            <a:r>
              <a:rPr lang="en-US" sz="3200" dirty="0">
                <a:solidFill>
                  <a:schemeClr val="tx1">
                    <a:lumMod val="85000"/>
                    <a:lumOff val="15000"/>
                  </a:schemeClr>
                </a:solidFill>
                <a:latin typeface="Calibri"/>
                <a:ea typeface="Calibri"/>
                <a:cs typeface="Calibri"/>
              </a:rPr>
              <a:t>Proposed Solution</a:t>
            </a:r>
          </a:p>
        </p:txBody>
      </p:sp>
      <p:sp>
        <p:nvSpPr>
          <p:cNvPr id="37" name="Content Placeholder 36">
            <a:extLst>
              <a:ext uri="{FF2B5EF4-FFF2-40B4-BE49-F238E27FC236}">
                <a16:creationId xmlns:a16="http://schemas.microsoft.com/office/drawing/2014/main" id="{9257F473-CD27-64A1-D371-07BD0B329F70}"/>
              </a:ext>
            </a:extLst>
          </p:cNvPr>
          <p:cNvSpPr>
            <a:spLocks noGrp="1"/>
          </p:cNvSpPr>
          <p:nvPr>
            <p:ph sz="quarter" idx="11"/>
          </p:nvPr>
        </p:nvSpPr>
        <p:spPr>
          <a:xfrm>
            <a:off x="7064082" y="2385390"/>
            <a:ext cx="4472922" cy="3649649"/>
          </a:xfrm>
        </p:spPr>
        <p:txBody>
          <a:bodyPr vert="horz" lIns="91440" tIns="45720" rIns="91440" bIns="45720" rtlCol="0" anchor="t">
            <a:normAutofit/>
          </a:bodyPr>
          <a:lstStyle/>
          <a:p>
            <a:pPr marL="617220" indent="-342900">
              <a:buFont typeface="Wingdings"/>
              <a:buChar char="ü"/>
            </a:pPr>
            <a:r>
              <a:rPr lang="en-US" dirty="0">
                <a:solidFill>
                  <a:schemeClr val="tx1"/>
                </a:solidFill>
                <a:latin typeface="Calibri"/>
                <a:ea typeface="Calibri"/>
                <a:cs typeface="Calibri"/>
              </a:rPr>
              <a:t>Automated prescription processing</a:t>
            </a:r>
          </a:p>
          <a:p>
            <a:pPr marL="617220" indent="-342900">
              <a:buFont typeface="Wingdings"/>
              <a:buChar char="ü"/>
            </a:pPr>
            <a:r>
              <a:rPr lang="en-US" dirty="0">
                <a:solidFill>
                  <a:schemeClr val="tx1"/>
                </a:solidFill>
                <a:latin typeface="Calibri"/>
                <a:ea typeface="Calibri"/>
                <a:cs typeface="Calibri"/>
              </a:rPr>
              <a:t> Real-time inventory management</a:t>
            </a:r>
          </a:p>
          <a:p>
            <a:pPr marL="617220" indent="-342900">
              <a:buFont typeface="Wingdings"/>
              <a:buChar char="ü"/>
            </a:pPr>
            <a:r>
              <a:rPr lang="en-US" dirty="0">
                <a:solidFill>
                  <a:schemeClr val="tx1"/>
                </a:solidFill>
                <a:latin typeface="Calibri"/>
                <a:ea typeface="Calibri"/>
                <a:cs typeface="Calibri"/>
              </a:rPr>
              <a:t> Patient data management</a:t>
            </a:r>
          </a:p>
          <a:p>
            <a:pPr marL="617220" indent="-342900">
              <a:buFont typeface="Wingdings"/>
              <a:buChar char="ü"/>
            </a:pPr>
            <a:r>
              <a:rPr lang="en-US" dirty="0">
                <a:solidFill>
                  <a:schemeClr val="tx1"/>
                </a:solidFill>
                <a:latin typeface="Calibri"/>
                <a:ea typeface="Calibri"/>
                <a:cs typeface="Calibri"/>
              </a:rPr>
              <a:t> Analytics &amp; reporting</a:t>
            </a:r>
          </a:p>
          <a:p>
            <a:pPr marL="731520" indent="-342900">
              <a:buFont typeface="Wingdings"/>
              <a:buChar char="ü"/>
            </a:pPr>
            <a:endParaRPr lang="en-US" dirty="0">
              <a:solidFill>
                <a:schemeClr val="tx1"/>
              </a:solidFill>
              <a:latin typeface="Calibri"/>
              <a:ea typeface="Calibri"/>
              <a:cs typeface="Calibri"/>
            </a:endParaRPr>
          </a:p>
        </p:txBody>
      </p:sp>
    </p:spTree>
    <p:extLst>
      <p:ext uri="{BB962C8B-B14F-4D97-AF65-F5344CB8AC3E}">
        <p14:creationId xmlns:p14="http://schemas.microsoft.com/office/powerpoint/2010/main" val="2687017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F2D124-58F0-70EA-A66F-973A56ACCEE4}"/>
            </a:ext>
          </a:extLst>
        </p:cNvPr>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04B7AC44-1B7B-4F09-9AA4-3DFDEC575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59" name="Rectangle 58">
            <a:extLst>
              <a:ext uri="{FF2B5EF4-FFF2-40B4-BE49-F238E27FC236}">
                <a16:creationId xmlns:a16="http://schemas.microsoft.com/office/drawing/2014/main" id="{6683E473-94FF-4ACE-9433-1F14799E89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1">
            <a:extLst>
              <a:ext uri="{FF2B5EF4-FFF2-40B4-BE49-F238E27FC236}">
                <a16:creationId xmlns:a16="http://schemas.microsoft.com/office/drawing/2014/main" id="{ACC5DDD6-CE5B-5487-E43C-2EA7091E2F54}"/>
              </a:ext>
            </a:extLst>
          </p:cNvPr>
          <p:cNvSpPr>
            <a:spLocks noGrp="1"/>
          </p:cNvSpPr>
          <p:nvPr>
            <p:ph type="title"/>
          </p:nvPr>
        </p:nvSpPr>
        <p:spPr>
          <a:xfrm>
            <a:off x="6579450" y="727627"/>
            <a:ext cx="4957553" cy="1645920"/>
          </a:xfrm>
        </p:spPr>
        <p:txBody>
          <a:bodyPr vert="horz" lIns="91440" tIns="45720" rIns="91440" bIns="45720" rtlCol="0" anchor="ctr">
            <a:normAutofit/>
          </a:bodyPr>
          <a:lstStyle/>
          <a:p>
            <a:r>
              <a:rPr lang="en-US">
                <a:solidFill>
                  <a:schemeClr val="tx1">
                    <a:lumMod val="85000"/>
                    <a:lumOff val="15000"/>
                  </a:schemeClr>
                </a:solidFill>
              </a:rPr>
              <a:t>Business Process Overview</a:t>
            </a:r>
          </a:p>
        </p:txBody>
      </p:sp>
      <p:sp>
        <p:nvSpPr>
          <p:cNvPr id="61" name="Rectangle 60">
            <a:extLst>
              <a:ext uri="{FF2B5EF4-FFF2-40B4-BE49-F238E27FC236}">
                <a16:creationId xmlns:a16="http://schemas.microsoft.com/office/drawing/2014/main" id="{0BBB6B01-5B73-410C-B70E-8CF2FA4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6" y="721224"/>
            <a:ext cx="5367164" cy="5415552"/>
          </a:xfrm>
          <a:prstGeom prst="rect">
            <a:avLst/>
          </a:prstGeom>
          <a:solidFill>
            <a:srgbClr val="FFFFFF"/>
          </a:solidFill>
          <a:ln w="6350" cap="flat" cmpd="sng" algn="ctr">
            <a:noFill/>
            <a:prstDash val="solid"/>
          </a:ln>
          <a:effectLst>
            <a:softEdge rad="0"/>
          </a:effectLst>
        </p:spPr>
      </p:sp>
      <p:sp>
        <p:nvSpPr>
          <p:cNvPr id="63" name="Rectangle 62">
            <a:extLst>
              <a:ext uri="{FF2B5EF4-FFF2-40B4-BE49-F238E27FC236}">
                <a16:creationId xmlns:a16="http://schemas.microsoft.com/office/drawing/2014/main" id="{8712F587-12D0-435C-8E3F-F44C36EE7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5217" y="892220"/>
            <a:ext cx="5054517" cy="5097085"/>
          </a:xfrm>
          <a:prstGeom prst="rect">
            <a:avLst/>
          </a:prstGeom>
          <a:noFill/>
          <a:ln w="6350" cap="sq" cmpd="sng" algn="ctr">
            <a:solidFill>
              <a:srgbClr val="404040"/>
            </a:solidFill>
            <a:prstDash val="solid"/>
            <a:miter lim="800000"/>
          </a:ln>
          <a:effectLst/>
        </p:spPr>
      </p:sp>
      <p:pic>
        <p:nvPicPr>
          <p:cNvPr id="11" name="Picture Placeholder 10" descr="A diagram of a patient record&#10;&#10;AI-generated content may be incorrect.">
            <a:extLst>
              <a:ext uri="{FF2B5EF4-FFF2-40B4-BE49-F238E27FC236}">
                <a16:creationId xmlns:a16="http://schemas.microsoft.com/office/drawing/2014/main" id="{669269A6-92A3-B952-D350-62397533AEE7}"/>
              </a:ext>
            </a:extLst>
          </p:cNvPr>
          <p:cNvPicPr>
            <a:picLocks noGrp="1" noChangeAspect="1"/>
          </p:cNvPicPr>
          <p:nvPr>
            <p:ph type="pic" sz="quarter" idx="10"/>
          </p:nvPr>
        </p:nvPicPr>
        <p:blipFill rotWithShape="1">
          <a:blip r:embed="rId3"/>
          <a:stretch/>
        </p:blipFill>
        <p:spPr>
          <a:xfrm>
            <a:off x="1917583" y="1206900"/>
            <a:ext cx="2989784" cy="4462365"/>
          </a:xfrm>
          <a:prstGeom prst="rect">
            <a:avLst/>
          </a:prstGeom>
        </p:spPr>
      </p:pic>
      <p:sp>
        <p:nvSpPr>
          <p:cNvPr id="37" name="Content Placeholder 36">
            <a:extLst>
              <a:ext uri="{FF2B5EF4-FFF2-40B4-BE49-F238E27FC236}">
                <a16:creationId xmlns:a16="http://schemas.microsoft.com/office/drawing/2014/main" id="{A5CD5889-1D2F-B21C-F9EE-2D4B087C415D}"/>
              </a:ext>
            </a:extLst>
          </p:cNvPr>
          <p:cNvSpPr>
            <a:spLocks noGrp="1"/>
          </p:cNvSpPr>
          <p:nvPr>
            <p:ph sz="quarter" idx="11"/>
          </p:nvPr>
        </p:nvSpPr>
        <p:spPr>
          <a:xfrm>
            <a:off x="6579450" y="2538919"/>
            <a:ext cx="4957554" cy="3496120"/>
          </a:xfrm>
        </p:spPr>
        <p:txBody>
          <a:bodyPr vert="horz" lIns="91440" tIns="45720" rIns="91440" bIns="45720" rtlCol="0" anchor="t">
            <a:normAutofit/>
          </a:bodyPr>
          <a:lstStyle/>
          <a:p>
            <a:pPr marL="560070" indent="-285750">
              <a:buFont typeface="Wingdings" pitchFamily="18" charset="0"/>
              <a:buChar char="ü"/>
            </a:pPr>
            <a:r>
              <a:rPr lang="en-US" dirty="0">
                <a:solidFill>
                  <a:schemeClr val="tx1"/>
                </a:solidFill>
                <a:latin typeface="Calibri"/>
                <a:ea typeface="Calibri"/>
                <a:cs typeface="Calibri"/>
              </a:rPr>
              <a:t>Actors: Doctor, Patient, Pharmacist, System</a:t>
            </a:r>
          </a:p>
          <a:p>
            <a:pPr marL="560070" indent="-285750">
              <a:buFont typeface="Wingdings" pitchFamily="18" charset="0"/>
              <a:buChar char="ü"/>
            </a:pPr>
            <a:r>
              <a:rPr lang="en-US" dirty="0">
                <a:solidFill>
                  <a:schemeClr val="tx1"/>
                </a:solidFill>
                <a:latin typeface="Calibri"/>
                <a:ea typeface="Calibri"/>
                <a:cs typeface="Calibri"/>
              </a:rPr>
              <a:t>Prescription → Validation → Stock Check</a:t>
            </a:r>
          </a:p>
          <a:p>
            <a:pPr marL="560070" indent="-285750">
              <a:buFont typeface="Wingdings" pitchFamily="18" charset="0"/>
              <a:buChar char="ü"/>
            </a:pPr>
            <a:r>
              <a:rPr lang="en-US" dirty="0">
                <a:solidFill>
                  <a:schemeClr val="tx1"/>
                </a:solidFill>
                <a:latin typeface="Calibri"/>
                <a:ea typeface="Calibri"/>
                <a:cs typeface="Calibri"/>
              </a:rPr>
              <a:t> Dispensing → Billing → Inventory Update</a:t>
            </a:r>
          </a:p>
          <a:p>
            <a:pPr marL="560070" indent="-285750">
              <a:buFont typeface="Wingdings" pitchFamily="18" charset="0"/>
              <a:buChar char="ü"/>
            </a:pPr>
            <a:endParaRPr lang="en-US" dirty="0">
              <a:solidFill>
                <a:schemeClr val="tx1"/>
              </a:solidFill>
              <a:latin typeface="Calibri"/>
              <a:ea typeface="Calibri"/>
              <a:cs typeface="Calibri"/>
            </a:endParaRPr>
          </a:p>
        </p:txBody>
      </p:sp>
    </p:spTree>
    <p:extLst>
      <p:ext uri="{BB962C8B-B14F-4D97-AF65-F5344CB8AC3E}">
        <p14:creationId xmlns:p14="http://schemas.microsoft.com/office/powerpoint/2010/main" val="1592216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4A22D65-3334-9DBA-BA61-99606BB52DD3}"/>
            </a:ext>
          </a:extLst>
        </p:cNvPr>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Wingdings"/>
              <a:buChar char="ü"/>
            </a:pPr>
            <a:endParaRPr lang="en-US"/>
          </a:p>
        </p:txBody>
      </p:sp>
      <p:sp>
        <p:nvSpPr>
          <p:cNvPr id="57" name="Rectangle 56">
            <a:extLst>
              <a:ext uri="{FF2B5EF4-FFF2-40B4-BE49-F238E27FC236}">
                <a16:creationId xmlns:a16="http://schemas.microsoft.com/office/drawing/2014/main" id="{04B7AC44-1B7B-4F09-9AA4-3DFDEC575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59" name="Rectangle 58">
            <a:extLst>
              <a:ext uri="{FF2B5EF4-FFF2-40B4-BE49-F238E27FC236}">
                <a16:creationId xmlns:a16="http://schemas.microsoft.com/office/drawing/2014/main" id="{6683E473-94FF-4ACE-9433-1F14799E89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1">
            <a:extLst>
              <a:ext uri="{FF2B5EF4-FFF2-40B4-BE49-F238E27FC236}">
                <a16:creationId xmlns:a16="http://schemas.microsoft.com/office/drawing/2014/main" id="{6CADAA65-D24C-C5E3-E1BC-48ED5F81021F}"/>
              </a:ext>
            </a:extLst>
          </p:cNvPr>
          <p:cNvSpPr>
            <a:spLocks noGrp="1"/>
          </p:cNvSpPr>
          <p:nvPr>
            <p:ph type="title"/>
          </p:nvPr>
        </p:nvSpPr>
        <p:spPr>
          <a:xfrm>
            <a:off x="6579450" y="727627"/>
            <a:ext cx="4957553" cy="1645920"/>
          </a:xfrm>
        </p:spPr>
        <p:txBody>
          <a:bodyPr vert="horz" lIns="91440" tIns="45720" rIns="91440" bIns="45720" rtlCol="0" anchor="ctr">
            <a:normAutofit/>
          </a:bodyPr>
          <a:lstStyle/>
          <a:p>
            <a:r>
              <a:rPr lang="en-US" dirty="0">
                <a:solidFill>
                  <a:schemeClr val="tx1">
                    <a:lumMod val="85000"/>
                    <a:lumOff val="15000"/>
                  </a:schemeClr>
                </a:solidFill>
                <a:latin typeface="Calibri"/>
                <a:ea typeface="Calibri"/>
                <a:cs typeface="Calibri"/>
              </a:rPr>
              <a:t>Logical Database Design</a:t>
            </a:r>
          </a:p>
          <a:p>
            <a:endParaRPr lang="en-US" dirty="0">
              <a:solidFill>
                <a:schemeClr val="tx1">
                  <a:lumMod val="85000"/>
                  <a:lumOff val="15000"/>
                </a:schemeClr>
              </a:solidFill>
              <a:latin typeface="Calibri"/>
              <a:ea typeface="Calibri"/>
              <a:cs typeface="Calibri"/>
            </a:endParaRPr>
          </a:p>
        </p:txBody>
      </p:sp>
      <p:sp>
        <p:nvSpPr>
          <p:cNvPr id="61" name="Rectangle 60">
            <a:extLst>
              <a:ext uri="{FF2B5EF4-FFF2-40B4-BE49-F238E27FC236}">
                <a16:creationId xmlns:a16="http://schemas.microsoft.com/office/drawing/2014/main" id="{0BBB6B01-5B73-410C-B70E-8CF2FA4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6" y="721224"/>
            <a:ext cx="5367164" cy="5415552"/>
          </a:xfrm>
          <a:prstGeom prst="rect">
            <a:avLst/>
          </a:prstGeom>
          <a:solidFill>
            <a:srgbClr val="FFFFFF"/>
          </a:solidFill>
          <a:ln w="6350" cap="flat" cmpd="sng" algn="ctr">
            <a:noFill/>
            <a:prstDash val="solid"/>
          </a:ln>
          <a:effectLst>
            <a:softEdge rad="0"/>
          </a:effectLst>
        </p:spPr>
      </p:sp>
      <p:sp>
        <p:nvSpPr>
          <p:cNvPr id="63" name="Rectangle 62">
            <a:extLst>
              <a:ext uri="{FF2B5EF4-FFF2-40B4-BE49-F238E27FC236}">
                <a16:creationId xmlns:a16="http://schemas.microsoft.com/office/drawing/2014/main" id="{8712F587-12D0-435C-8E3F-F44C36EE7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5217" y="892220"/>
            <a:ext cx="5054517" cy="5097085"/>
          </a:xfrm>
          <a:prstGeom prst="rect">
            <a:avLst/>
          </a:prstGeom>
          <a:noFill/>
          <a:ln w="6350" cap="sq" cmpd="sng" algn="ctr">
            <a:solidFill>
              <a:srgbClr val="404040"/>
            </a:solidFill>
            <a:prstDash val="solid"/>
            <a:miter lim="800000"/>
          </a:ln>
          <a:effectLst/>
        </p:spPr>
      </p:sp>
      <p:pic>
        <p:nvPicPr>
          <p:cNvPr id="11" name="Picture Placeholder 10" descr="A diagram of a medical prescription&#10;&#10;AI-generated content may be incorrect.">
            <a:extLst>
              <a:ext uri="{FF2B5EF4-FFF2-40B4-BE49-F238E27FC236}">
                <a16:creationId xmlns:a16="http://schemas.microsoft.com/office/drawing/2014/main" id="{5CED91D4-CA03-6D2F-59A3-F88033374560}"/>
              </a:ext>
            </a:extLst>
          </p:cNvPr>
          <p:cNvPicPr>
            <a:picLocks noGrp="1" noChangeAspect="1"/>
          </p:cNvPicPr>
          <p:nvPr>
            <p:ph type="pic" sz="quarter" idx="10"/>
          </p:nvPr>
        </p:nvPicPr>
        <p:blipFill rotWithShape="1">
          <a:blip r:embed="rId3"/>
          <a:stretch/>
        </p:blipFill>
        <p:spPr>
          <a:xfrm>
            <a:off x="1828335" y="1206900"/>
            <a:ext cx="3168279" cy="4462365"/>
          </a:xfrm>
          <a:prstGeom prst="rect">
            <a:avLst/>
          </a:prstGeom>
        </p:spPr>
      </p:pic>
      <p:sp>
        <p:nvSpPr>
          <p:cNvPr id="37" name="Content Placeholder 36">
            <a:extLst>
              <a:ext uri="{FF2B5EF4-FFF2-40B4-BE49-F238E27FC236}">
                <a16:creationId xmlns:a16="http://schemas.microsoft.com/office/drawing/2014/main" id="{84EC885A-6F5D-744D-CD77-9F55C1BFE0F2}"/>
              </a:ext>
            </a:extLst>
          </p:cNvPr>
          <p:cNvSpPr>
            <a:spLocks noGrp="1"/>
          </p:cNvSpPr>
          <p:nvPr>
            <p:ph sz="quarter" idx="11"/>
          </p:nvPr>
        </p:nvSpPr>
        <p:spPr>
          <a:xfrm>
            <a:off x="6579450" y="2538919"/>
            <a:ext cx="4957554" cy="3496120"/>
          </a:xfrm>
        </p:spPr>
        <p:txBody>
          <a:bodyPr vert="horz" lIns="91440" tIns="45720" rIns="91440" bIns="45720" rtlCol="0" anchor="t">
            <a:normAutofit/>
          </a:bodyPr>
          <a:lstStyle/>
          <a:p>
            <a:pPr marL="560070" indent="-285750">
              <a:buFont typeface="Wingdings" pitchFamily="18" charset="0"/>
              <a:buChar char="ü"/>
            </a:pPr>
            <a:r>
              <a:rPr lang="en-US" dirty="0">
                <a:solidFill>
                  <a:schemeClr val="tx1"/>
                </a:solidFill>
                <a:latin typeface="Calibri"/>
                <a:ea typeface="Calibri"/>
                <a:cs typeface="Calibri"/>
              </a:rPr>
              <a:t>9 main entities: Doctor, Patient, Medicine,</a:t>
            </a:r>
          </a:p>
          <a:p>
            <a:pPr marL="560070" indent="-285750">
              <a:buFont typeface="Wingdings" pitchFamily="18" charset="0"/>
              <a:buChar char="ü"/>
            </a:pPr>
            <a:r>
              <a:rPr lang="en-US" dirty="0">
                <a:solidFill>
                  <a:schemeClr val="tx1"/>
                </a:solidFill>
                <a:latin typeface="Calibri"/>
                <a:ea typeface="Calibri"/>
                <a:cs typeface="Calibri"/>
              </a:rPr>
              <a:t>Prescription, </a:t>
            </a:r>
            <a:r>
              <a:rPr lang="en-US" dirty="0" err="1">
                <a:solidFill>
                  <a:schemeClr val="tx1"/>
                </a:solidFill>
                <a:latin typeface="Calibri"/>
                <a:ea typeface="Calibri"/>
                <a:cs typeface="Calibri"/>
              </a:rPr>
              <a:t>Prescription_Items,Pharmacist</a:t>
            </a:r>
            <a:r>
              <a:rPr lang="en-US" dirty="0">
                <a:solidFill>
                  <a:schemeClr val="tx1"/>
                </a:solidFill>
                <a:latin typeface="Calibri"/>
                <a:ea typeface="Calibri"/>
                <a:cs typeface="Calibri"/>
              </a:rPr>
              <a:t>,</a:t>
            </a:r>
          </a:p>
          <a:p>
            <a:pPr marL="560070" indent="-285750">
              <a:buFont typeface="Wingdings" pitchFamily="18" charset="0"/>
              <a:buChar char="ü"/>
            </a:pPr>
            <a:r>
              <a:rPr lang="en-US" dirty="0" err="1">
                <a:solidFill>
                  <a:schemeClr val="tx1"/>
                </a:solidFill>
                <a:latin typeface="Calibri"/>
                <a:ea typeface="Calibri"/>
                <a:cs typeface="Calibri"/>
              </a:rPr>
              <a:t>Dispensed_Medicines</a:t>
            </a:r>
            <a:r>
              <a:rPr lang="en-US" dirty="0">
                <a:solidFill>
                  <a:schemeClr val="tx1"/>
                </a:solidFill>
                <a:latin typeface="Calibri"/>
                <a:ea typeface="Calibri"/>
                <a:cs typeface="Calibri"/>
              </a:rPr>
              <a:t>, </a:t>
            </a:r>
            <a:r>
              <a:rPr lang="en-US" dirty="0" err="1">
                <a:solidFill>
                  <a:schemeClr val="tx1"/>
                </a:solidFill>
                <a:latin typeface="Calibri"/>
                <a:ea typeface="Calibri"/>
                <a:cs typeface="Calibri"/>
              </a:rPr>
              <a:t>Payment,Inventory_Log</a:t>
            </a:r>
          </a:p>
          <a:p>
            <a:pPr marL="560070" indent="-285750">
              <a:buFont typeface="Wingdings" pitchFamily="18" charset="0"/>
              <a:buChar char="ü"/>
            </a:pPr>
            <a:r>
              <a:rPr lang="en-US" dirty="0">
                <a:solidFill>
                  <a:schemeClr val="tx1"/>
                </a:solidFill>
                <a:latin typeface="Calibri"/>
                <a:ea typeface="Calibri"/>
                <a:cs typeface="Calibri"/>
              </a:rPr>
              <a:t>Fully normalized (3NF)</a:t>
            </a:r>
          </a:p>
          <a:p>
            <a:pPr marL="560070" indent="-285750">
              <a:buFont typeface="Wingdings" pitchFamily="18" charset="0"/>
              <a:buChar char="ü"/>
            </a:pPr>
            <a:r>
              <a:rPr lang="en-US" dirty="0">
                <a:solidFill>
                  <a:schemeClr val="tx1"/>
                </a:solidFill>
                <a:latin typeface="Calibri"/>
                <a:ea typeface="Calibri"/>
                <a:cs typeface="Calibri"/>
              </a:rPr>
              <a:t>ERD implemented with relationships</a:t>
            </a:r>
          </a:p>
          <a:p>
            <a:pPr marL="445770" indent="-285750">
              <a:buFont typeface="Wingdings" pitchFamily="18" charset="0"/>
              <a:buChar char="ü"/>
            </a:pPr>
            <a:endParaRPr lang="en-US" dirty="0">
              <a:solidFill>
                <a:schemeClr val="tx1"/>
              </a:solidFill>
              <a:latin typeface="Calibri"/>
              <a:ea typeface="Calibri"/>
              <a:cs typeface="Calibri"/>
            </a:endParaRPr>
          </a:p>
          <a:p>
            <a:pPr marL="560070" indent="-285750">
              <a:buFont typeface="Wingdings" pitchFamily="18" charset="0"/>
              <a:buChar char="ü"/>
            </a:pPr>
            <a:endParaRPr lang="en-US" dirty="0">
              <a:solidFill>
                <a:schemeClr val="tx1"/>
              </a:solidFill>
              <a:latin typeface="Calibri"/>
              <a:ea typeface="Calibri"/>
              <a:cs typeface="Calibri"/>
            </a:endParaRPr>
          </a:p>
        </p:txBody>
      </p:sp>
    </p:spTree>
    <p:extLst>
      <p:ext uri="{BB962C8B-B14F-4D97-AF65-F5344CB8AC3E}">
        <p14:creationId xmlns:p14="http://schemas.microsoft.com/office/powerpoint/2010/main" val="41403519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0" name="Rectangle 59">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7CBCD26A-BD2E-4E94-A8F8-A4B67923F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64" name="Rectangle 63">
            <a:extLst>
              <a:ext uri="{FF2B5EF4-FFF2-40B4-BE49-F238E27FC236}">
                <a16:creationId xmlns:a16="http://schemas.microsoft.com/office/drawing/2014/main" id="{ED0D337F-FB00-4E19-BBDA-8485C8ABB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useBgFill="1">
        <p:nvSpPr>
          <p:cNvPr id="66" name="Rectangle 65">
            <a:extLst>
              <a:ext uri="{FF2B5EF4-FFF2-40B4-BE49-F238E27FC236}">
                <a16:creationId xmlns:a16="http://schemas.microsoft.com/office/drawing/2014/main" id="{78632963-757B-40C2-BB84-FC6107A54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6" y="0"/>
            <a:ext cx="1219386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2853AE55-7E35-44B0-89F1-3F52B262AF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39709" y="253548"/>
            <a:ext cx="5612193" cy="6361598"/>
          </a:xfrm>
          <a:prstGeom prst="rect">
            <a:avLst/>
          </a:prstGeom>
          <a:solidFill>
            <a:schemeClr val="bg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DBC4BE4D-4B50-4F51-9F85-4B5D60B02D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87542" y="407588"/>
            <a:ext cx="5299768" cy="6022878"/>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91BB6B60-9DA3-430C-B84C-A52FFE5B762B}"/>
              </a:ext>
            </a:extLst>
          </p:cNvPr>
          <p:cNvSpPr>
            <a:spLocks noGrp="1"/>
          </p:cNvSpPr>
          <p:nvPr>
            <p:ph type="title"/>
          </p:nvPr>
        </p:nvSpPr>
        <p:spPr>
          <a:xfrm>
            <a:off x="6846137" y="804073"/>
            <a:ext cx="4602152" cy="1345449"/>
          </a:xfrm>
        </p:spPr>
        <p:txBody>
          <a:bodyPr vert="horz" lIns="91440" tIns="45720" rIns="91440" bIns="45720" rtlCol="0" anchor="ctr">
            <a:normAutofit/>
          </a:bodyPr>
          <a:lstStyle/>
          <a:p>
            <a:pPr algn="l"/>
            <a:r>
              <a:rPr lang="en-US" sz="3400">
                <a:solidFill>
                  <a:schemeClr val="tx1">
                    <a:lumMod val="85000"/>
                    <a:lumOff val="15000"/>
                  </a:schemeClr>
                </a:solidFill>
              </a:rPr>
              <a:t>DatabaseImplementation</a:t>
            </a:r>
          </a:p>
          <a:p>
            <a:pPr algn="l"/>
            <a:endParaRPr lang="en-US" sz="3400">
              <a:solidFill>
                <a:schemeClr val="tx1">
                  <a:lumMod val="85000"/>
                  <a:lumOff val="15000"/>
                </a:schemeClr>
              </a:solidFill>
            </a:endParaRPr>
          </a:p>
        </p:txBody>
      </p:sp>
      <p:pic>
        <p:nvPicPr>
          <p:cNvPr id="17" name="Picture Placeholder 16" descr="A screenshot of a computer&#10;&#10;AI-generated content may be incorrect.">
            <a:extLst>
              <a:ext uri="{FF2B5EF4-FFF2-40B4-BE49-F238E27FC236}">
                <a16:creationId xmlns:a16="http://schemas.microsoft.com/office/drawing/2014/main" id="{936E703F-0B68-4D4A-9EDA-D51A3BF6BA61}"/>
              </a:ext>
            </a:extLst>
          </p:cNvPr>
          <p:cNvPicPr>
            <a:picLocks noGrp="1" noChangeAspect="1"/>
          </p:cNvPicPr>
          <p:nvPr>
            <p:ph type="pic" sz="quarter" idx="13"/>
          </p:nvPr>
        </p:nvPicPr>
        <p:blipFill rotWithShape="1">
          <a:blip r:embed="rId2"/>
          <a:srcRect r="30219"/>
          <a:stretch>
            <a:fillRect/>
          </a:stretch>
        </p:blipFill>
        <p:spPr>
          <a:xfrm>
            <a:off x="920132" y="619331"/>
            <a:ext cx="4507663" cy="2729236"/>
          </a:xfrm>
          <a:prstGeom prst="rect">
            <a:avLst/>
          </a:prstGeom>
        </p:spPr>
      </p:pic>
      <p:pic>
        <p:nvPicPr>
          <p:cNvPr id="21" name="Picture Placeholder 20" descr="A screenshot of a computer&#10;&#10;AI-generated content may be incorrect.">
            <a:extLst>
              <a:ext uri="{FF2B5EF4-FFF2-40B4-BE49-F238E27FC236}">
                <a16:creationId xmlns:a16="http://schemas.microsoft.com/office/drawing/2014/main" id="{2D8D552F-456C-4D1F-A816-78EB8682695E}"/>
              </a:ext>
            </a:extLst>
          </p:cNvPr>
          <p:cNvPicPr>
            <a:picLocks noGrp="1" noChangeAspect="1"/>
          </p:cNvPicPr>
          <p:nvPr>
            <p:ph type="pic" sz="quarter" idx="16"/>
          </p:nvPr>
        </p:nvPicPr>
        <p:blipFill rotWithShape="1">
          <a:blip r:embed="rId3"/>
          <a:srcRect l="10567" r="10568" b="1"/>
          <a:stretch>
            <a:fillRect/>
          </a:stretch>
        </p:blipFill>
        <p:spPr>
          <a:xfrm>
            <a:off x="884959" y="3509433"/>
            <a:ext cx="4578009" cy="2771795"/>
          </a:xfrm>
          <a:prstGeom prst="rect">
            <a:avLst/>
          </a:prstGeom>
        </p:spPr>
      </p:pic>
      <p:sp>
        <p:nvSpPr>
          <p:cNvPr id="6" name="Text Placeholder 5">
            <a:extLst>
              <a:ext uri="{FF2B5EF4-FFF2-40B4-BE49-F238E27FC236}">
                <a16:creationId xmlns:a16="http://schemas.microsoft.com/office/drawing/2014/main" id="{1899EE03-8C56-4610-97B8-669F47CC4601}"/>
              </a:ext>
            </a:extLst>
          </p:cNvPr>
          <p:cNvSpPr>
            <a:spLocks noGrp="1"/>
          </p:cNvSpPr>
          <p:nvPr>
            <p:ph type="body" sz="quarter" idx="15"/>
          </p:nvPr>
        </p:nvSpPr>
        <p:spPr>
          <a:xfrm>
            <a:off x="6846137" y="2303563"/>
            <a:ext cx="4602152" cy="3715424"/>
          </a:xfrm>
        </p:spPr>
        <p:txBody>
          <a:bodyPr vert="horz" lIns="91440" tIns="45720" rIns="91440" bIns="45720" rtlCol="0" anchor="t">
            <a:normAutofit/>
          </a:bodyPr>
          <a:lstStyle/>
          <a:p>
            <a:pPr marL="617220" indent="-342900" algn="l">
              <a:buFont typeface="Wingdings" pitchFamily="18" charset="0"/>
              <a:buChar char="ü"/>
            </a:pPr>
            <a:r>
              <a:rPr lang="en-US" dirty="0">
                <a:solidFill>
                  <a:schemeClr val="tx1"/>
                </a:solidFill>
              </a:rPr>
              <a:t>9 main entities: Doctor, Patient, Medicine,</a:t>
            </a:r>
            <a:endParaRPr lang="en-US" dirty="0"/>
          </a:p>
          <a:p>
            <a:pPr marL="617220" indent="-342900" algn="l">
              <a:buFont typeface="Wingdings" pitchFamily="18" charset="0"/>
              <a:buChar char="ü"/>
            </a:pPr>
            <a:r>
              <a:rPr lang="en-US" dirty="0">
                <a:solidFill>
                  <a:schemeClr val="tx1"/>
                </a:solidFill>
              </a:rPr>
              <a:t>Prescription, </a:t>
            </a:r>
            <a:r>
              <a:rPr lang="en-US" dirty="0" err="1">
                <a:solidFill>
                  <a:schemeClr val="tx1"/>
                </a:solidFill>
              </a:rPr>
              <a:t>Prescription_Items</a:t>
            </a:r>
            <a:r>
              <a:rPr lang="en-US" dirty="0">
                <a:solidFill>
                  <a:schemeClr val="tx1"/>
                </a:solidFill>
              </a:rPr>
              <a:t>, Pharmacist,</a:t>
            </a:r>
          </a:p>
          <a:p>
            <a:pPr marL="617220" indent="-342900" algn="l">
              <a:buFont typeface="Wingdings" pitchFamily="18" charset="0"/>
              <a:buChar char="ü"/>
            </a:pPr>
            <a:r>
              <a:rPr lang="en-US" dirty="0" err="1">
                <a:solidFill>
                  <a:schemeClr val="tx1"/>
                </a:solidFill>
              </a:rPr>
              <a:t>Dispensed_Medicines</a:t>
            </a:r>
            <a:r>
              <a:rPr lang="en-US" dirty="0">
                <a:solidFill>
                  <a:schemeClr val="tx1"/>
                </a:solidFill>
              </a:rPr>
              <a:t>, Payment, </a:t>
            </a:r>
            <a:r>
              <a:rPr lang="en-US" dirty="0" err="1">
                <a:solidFill>
                  <a:schemeClr val="tx1"/>
                </a:solidFill>
              </a:rPr>
              <a:t>Inventory_Log</a:t>
            </a:r>
          </a:p>
          <a:p>
            <a:pPr marL="617220" indent="-342900" algn="l">
              <a:buFont typeface="Wingdings" pitchFamily="18" charset="0"/>
              <a:buChar char="ü"/>
            </a:pPr>
            <a:r>
              <a:rPr lang="en-US" dirty="0">
                <a:solidFill>
                  <a:schemeClr val="tx1"/>
                </a:solidFill>
              </a:rPr>
              <a:t>Fully normalized (3NF)</a:t>
            </a:r>
          </a:p>
          <a:p>
            <a:pPr marL="617220" indent="-342900" algn="l">
              <a:buFont typeface="Wingdings" pitchFamily="18" charset="0"/>
              <a:buChar char="ü"/>
            </a:pPr>
            <a:r>
              <a:rPr lang="en-US" dirty="0">
                <a:solidFill>
                  <a:schemeClr val="tx1"/>
                </a:solidFill>
              </a:rPr>
              <a:t> ERD implemented with relationships</a:t>
            </a:r>
          </a:p>
          <a:p>
            <a:pPr marL="502920" indent="-342900" algn="l">
              <a:buFont typeface="Wingdings" pitchFamily="18" charset="0"/>
              <a:buChar char="ü"/>
            </a:pPr>
            <a:endParaRPr lang="en-US">
              <a:solidFill>
                <a:schemeClr val="tx1"/>
              </a:solidFill>
            </a:endParaRPr>
          </a:p>
        </p:txBody>
      </p:sp>
    </p:spTree>
    <p:extLst>
      <p:ext uri="{BB962C8B-B14F-4D97-AF65-F5344CB8AC3E}">
        <p14:creationId xmlns:p14="http://schemas.microsoft.com/office/powerpoint/2010/main" val="14892694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1FF1B21-5789-1F32-1FB6-8B11D9039F6F}"/>
            </a:ext>
          </a:extLst>
        </p:cNvPr>
        <p:cNvGrpSpPr/>
        <p:nvPr/>
      </p:nvGrpSpPr>
      <p:grpSpPr>
        <a:xfrm>
          <a:off x="0" y="0"/>
          <a:ext cx="0" cy="0"/>
          <a:chOff x="0" y="0"/>
          <a:chExt cx="0" cy="0"/>
        </a:xfrm>
      </p:grpSpPr>
      <p:sp useBgFill="1">
        <p:nvSpPr>
          <p:cNvPr id="60" name="Rectangle 59">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7CBCD26A-BD2E-4E94-A8F8-A4B67923F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64" name="Rectangle 63">
            <a:extLst>
              <a:ext uri="{FF2B5EF4-FFF2-40B4-BE49-F238E27FC236}">
                <a16:creationId xmlns:a16="http://schemas.microsoft.com/office/drawing/2014/main" id="{ED0D337F-FB00-4E19-BBDA-8485C8ABB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useBgFill="1">
        <p:nvSpPr>
          <p:cNvPr id="66" name="Rectangle 65">
            <a:extLst>
              <a:ext uri="{FF2B5EF4-FFF2-40B4-BE49-F238E27FC236}">
                <a16:creationId xmlns:a16="http://schemas.microsoft.com/office/drawing/2014/main" id="{78632963-757B-40C2-BB84-FC6107A54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6" y="0"/>
            <a:ext cx="1219386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2853AE55-7E35-44B0-89F1-3F52B262AF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39709" y="253548"/>
            <a:ext cx="5612193" cy="6361598"/>
          </a:xfrm>
          <a:prstGeom prst="rect">
            <a:avLst/>
          </a:prstGeom>
          <a:solidFill>
            <a:schemeClr val="bg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DBC4BE4D-4B50-4F51-9F85-4B5D60B02D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87542" y="407588"/>
            <a:ext cx="5299768" cy="6022878"/>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2D5C725D-215D-59E4-19D9-2ED4C3A1C02E}"/>
              </a:ext>
            </a:extLst>
          </p:cNvPr>
          <p:cNvSpPr>
            <a:spLocks noGrp="1"/>
          </p:cNvSpPr>
          <p:nvPr>
            <p:ph type="title"/>
          </p:nvPr>
        </p:nvSpPr>
        <p:spPr>
          <a:xfrm>
            <a:off x="6846137" y="804073"/>
            <a:ext cx="4602152" cy="1345449"/>
          </a:xfrm>
        </p:spPr>
        <p:txBody>
          <a:bodyPr vert="horz" lIns="91440" tIns="45720" rIns="91440" bIns="45720" rtlCol="0" anchor="ctr">
            <a:normAutofit/>
          </a:bodyPr>
          <a:lstStyle/>
          <a:p>
            <a:pPr algn="l"/>
            <a:r>
              <a:rPr lang="en-US" sz="4000" dirty="0">
                <a:solidFill>
                  <a:schemeClr val="tx1">
                    <a:lumMod val="85000"/>
                    <a:lumOff val="15000"/>
                  </a:schemeClr>
                </a:solidFill>
                <a:latin typeface="Calibri"/>
                <a:ea typeface="Calibri"/>
                <a:cs typeface="Calibri"/>
              </a:rPr>
              <a:t>PL/SQL Development</a:t>
            </a:r>
          </a:p>
          <a:p>
            <a:pPr algn="l"/>
            <a:endParaRPr lang="en-US" sz="4000" dirty="0">
              <a:solidFill>
                <a:schemeClr val="tx1">
                  <a:lumMod val="85000"/>
                  <a:lumOff val="15000"/>
                </a:schemeClr>
              </a:solidFill>
              <a:latin typeface="Calibri"/>
              <a:ea typeface="Calibri"/>
              <a:cs typeface="Calibri"/>
            </a:endParaRPr>
          </a:p>
        </p:txBody>
      </p:sp>
      <p:pic>
        <p:nvPicPr>
          <p:cNvPr id="17" name="Picture Placeholder 16">
            <a:extLst>
              <a:ext uri="{FF2B5EF4-FFF2-40B4-BE49-F238E27FC236}">
                <a16:creationId xmlns:a16="http://schemas.microsoft.com/office/drawing/2014/main" id="{6732B2B8-F8A1-B30A-68CA-53FFB1742C56}"/>
              </a:ext>
            </a:extLst>
          </p:cNvPr>
          <p:cNvPicPr>
            <a:picLocks noGrp="1" noChangeAspect="1"/>
          </p:cNvPicPr>
          <p:nvPr>
            <p:ph type="pic" sz="quarter" idx="13"/>
          </p:nvPr>
        </p:nvPicPr>
        <p:blipFill rotWithShape="1">
          <a:blip r:embed="rId2"/>
          <a:srcRect l="8235" r="8235"/>
          <a:stretch>
            <a:fillRect/>
          </a:stretch>
        </p:blipFill>
        <p:spPr>
          <a:xfrm>
            <a:off x="916804" y="619331"/>
            <a:ext cx="4514320" cy="2729236"/>
          </a:xfrm>
          <a:prstGeom prst="rect">
            <a:avLst/>
          </a:prstGeom>
        </p:spPr>
      </p:pic>
      <p:pic>
        <p:nvPicPr>
          <p:cNvPr id="21" name="Picture Placeholder 20" descr="A screenshot of a computer&#10;&#10;AI-generated content may be incorrect.">
            <a:extLst>
              <a:ext uri="{FF2B5EF4-FFF2-40B4-BE49-F238E27FC236}">
                <a16:creationId xmlns:a16="http://schemas.microsoft.com/office/drawing/2014/main" id="{2FE1C86B-37F2-EDBB-DAD3-C70CAA0C5E9E}"/>
              </a:ext>
            </a:extLst>
          </p:cNvPr>
          <p:cNvPicPr>
            <a:picLocks noGrp="1" noChangeAspect="1"/>
          </p:cNvPicPr>
          <p:nvPr>
            <p:ph type="pic" sz="quarter" idx="16"/>
          </p:nvPr>
        </p:nvPicPr>
        <p:blipFill rotWithShape="1">
          <a:blip r:embed="rId3"/>
          <a:srcRect l="6427" r="6427"/>
          <a:stretch>
            <a:fillRect/>
          </a:stretch>
        </p:blipFill>
        <p:spPr>
          <a:xfrm>
            <a:off x="884383" y="3509433"/>
            <a:ext cx="4579162" cy="2771795"/>
          </a:xfrm>
          <a:prstGeom prst="rect">
            <a:avLst/>
          </a:prstGeom>
        </p:spPr>
      </p:pic>
      <p:sp>
        <p:nvSpPr>
          <p:cNvPr id="6" name="Text Placeholder 5">
            <a:extLst>
              <a:ext uri="{FF2B5EF4-FFF2-40B4-BE49-F238E27FC236}">
                <a16:creationId xmlns:a16="http://schemas.microsoft.com/office/drawing/2014/main" id="{5283A1BD-6BBD-EE64-1C9C-1C3DEA76D340}"/>
              </a:ext>
            </a:extLst>
          </p:cNvPr>
          <p:cNvSpPr>
            <a:spLocks noGrp="1"/>
          </p:cNvSpPr>
          <p:nvPr>
            <p:ph type="body" sz="quarter" idx="15"/>
          </p:nvPr>
        </p:nvSpPr>
        <p:spPr>
          <a:xfrm>
            <a:off x="6846137" y="2303563"/>
            <a:ext cx="4602152" cy="3715424"/>
          </a:xfrm>
        </p:spPr>
        <p:txBody>
          <a:bodyPr vert="horz" lIns="91440" tIns="45720" rIns="91440" bIns="45720" rtlCol="0" anchor="t">
            <a:normAutofit/>
          </a:bodyPr>
          <a:lstStyle/>
          <a:p>
            <a:pPr marL="445770" indent="-342900" algn="l">
              <a:buFont typeface="Wingdings" pitchFamily="18" charset="0"/>
              <a:buChar char="ü"/>
            </a:pPr>
            <a:r>
              <a:rPr lang="en-US" err="1">
                <a:solidFill>
                  <a:schemeClr val="tx1"/>
                </a:solidFill>
                <a:latin typeface="Calibri"/>
                <a:ea typeface="Calibri"/>
                <a:cs typeface="Calibri"/>
              </a:rPr>
              <a:t>Procedures:process_prescription</a:t>
            </a:r>
            <a:r>
              <a:rPr lang="en-US" dirty="0">
                <a:solidFill>
                  <a:schemeClr val="tx1"/>
                </a:solidFill>
                <a:latin typeface="Calibri"/>
                <a:ea typeface="Calibri"/>
                <a:cs typeface="Calibri"/>
              </a:rPr>
              <a:t>, </a:t>
            </a:r>
            <a:r>
              <a:rPr lang="en-US" err="1">
                <a:solidFill>
                  <a:schemeClr val="tx1"/>
                </a:solidFill>
                <a:latin typeface="Calibri"/>
                <a:ea typeface="Calibri"/>
                <a:cs typeface="Calibri"/>
              </a:rPr>
              <a:t>inventoryreport</a:t>
            </a:r>
            <a:endParaRPr lang="en-US">
              <a:solidFill>
                <a:schemeClr val="tx1"/>
              </a:solidFill>
              <a:latin typeface="Calibri"/>
              <a:ea typeface="Calibri"/>
              <a:cs typeface="Calibri"/>
            </a:endParaRPr>
          </a:p>
          <a:p>
            <a:pPr marL="445770" indent="-342900" algn="l">
              <a:buFont typeface="Wingdings" pitchFamily="18" charset="0"/>
              <a:buChar char="ü"/>
            </a:pPr>
            <a:r>
              <a:rPr lang="en-US" dirty="0">
                <a:solidFill>
                  <a:schemeClr val="tx1"/>
                </a:solidFill>
                <a:latin typeface="Calibri"/>
                <a:ea typeface="Calibri"/>
                <a:cs typeface="Calibri"/>
              </a:rPr>
              <a:t> Functions: calculate </a:t>
            </a:r>
            <a:r>
              <a:rPr lang="en-US" err="1">
                <a:solidFill>
                  <a:schemeClr val="tx1"/>
                </a:solidFill>
                <a:latin typeface="Calibri"/>
                <a:ea typeface="Calibri"/>
                <a:cs typeface="Calibri"/>
              </a:rPr>
              <a:t>totals,patient</a:t>
            </a:r>
            <a:r>
              <a:rPr lang="en-US" dirty="0">
                <a:solidFill>
                  <a:schemeClr val="tx1"/>
                </a:solidFill>
                <a:latin typeface="Calibri"/>
                <a:ea typeface="Calibri"/>
                <a:cs typeface="Calibri"/>
              </a:rPr>
              <a:t> history</a:t>
            </a:r>
          </a:p>
          <a:p>
            <a:pPr marL="445770" indent="-342900" algn="l">
              <a:buFont typeface="Wingdings" pitchFamily="18" charset="0"/>
              <a:buChar char="ü"/>
            </a:pPr>
            <a:r>
              <a:rPr lang="en-US" dirty="0">
                <a:solidFill>
                  <a:schemeClr val="tx1"/>
                </a:solidFill>
                <a:latin typeface="Calibri"/>
                <a:ea typeface="Calibri"/>
                <a:cs typeface="Calibri"/>
              </a:rPr>
              <a:t> Cursors for active prescriptions&amp; low stock</a:t>
            </a:r>
          </a:p>
          <a:p>
            <a:pPr marL="445770" indent="-342900" algn="l">
              <a:buFont typeface="Wingdings" pitchFamily="18" charset="0"/>
              <a:buChar char="ü"/>
            </a:pPr>
            <a:r>
              <a:rPr lang="en-US" dirty="0">
                <a:solidFill>
                  <a:schemeClr val="tx1"/>
                </a:solidFill>
                <a:latin typeface="Calibri"/>
                <a:ea typeface="Calibri"/>
                <a:cs typeface="Calibri"/>
              </a:rPr>
              <a:t>Window </a:t>
            </a:r>
            <a:r>
              <a:rPr lang="en-US" err="1">
                <a:solidFill>
                  <a:schemeClr val="tx1"/>
                </a:solidFill>
                <a:latin typeface="Calibri"/>
                <a:ea typeface="Calibri"/>
                <a:cs typeface="Calibri"/>
              </a:rPr>
              <a:t>functions:ROW_NUMBER</a:t>
            </a:r>
            <a:r>
              <a:rPr lang="en-US" dirty="0">
                <a:solidFill>
                  <a:schemeClr val="tx1"/>
                </a:solidFill>
                <a:latin typeface="Calibri"/>
                <a:ea typeface="Calibri"/>
                <a:cs typeface="Calibri"/>
              </a:rPr>
              <a:t>, RANK, LAG, LEAD</a:t>
            </a:r>
          </a:p>
          <a:p>
            <a:pPr marL="445770" indent="-342900" algn="l">
              <a:buFont typeface="Wingdings" pitchFamily="18" charset="0"/>
              <a:buChar char="ü"/>
            </a:pPr>
            <a:endParaRPr lang="en-US" dirty="0">
              <a:solidFill>
                <a:schemeClr val="tx1"/>
              </a:solidFill>
              <a:latin typeface="Calibri"/>
              <a:ea typeface="Calibri"/>
              <a:cs typeface="Calibri"/>
            </a:endParaRPr>
          </a:p>
          <a:p>
            <a:pPr marL="617220" indent="-342900" algn="l">
              <a:buFont typeface="Wingdings" pitchFamily="18" charset="0"/>
              <a:buChar char="ü"/>
            </a:pPr>
            <a:endParaRPr lang="en-US" dirty="0">
              <a:solidFill>
                <a:schemeClr val="tx1"/>
              </a:solidFill>
              <a:latin typeface="Calibri"/>
              <a:ea typeface="Calibri"/>
              <a:cs typeface="Calibri"/>
            </a:endParaRPr>
          </a:p>
          <a:p>
            <a:pPr marL="617220" indent="-342900" algn="l">
              <a:buFont typeface="Wingdings" pitchFamily="18" charset="0"/>
              <a:buChar char="ü"/>
            </a:pPr>
            <a:endParaRPr lang="en-US" dirty="0">
              <a:solidFill>
                <a:schemeClr val="tx1"/>
              </a:solidFill>
              <a:latin typeface="Calibri"/>
              <a:ea typeface="Calibri"/>
              <a:cs typeface="Calibri"/>
            </a:endParaRPr>
          </a:p>
        </p:txBody>
      </p:sp>
    </p:spTree>
    <p:extLst>
      <p:ext uri="{BB962C8B-B14F-4D97-AF65-F5344CB8AC3E}">
        <p14:creationId xmlns:p14="http://schemas.microsoft.com/office/powerpoint/2010/main" val="2854169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15FF6BC-B2A3-406A-4CEC-7EB859D19661}"/>
            </a:ext>
          </a:extLst>
        </p:cNvPr>
        <p:cNvGrpSpPr/>
        <p:nvPr/>
      </p:nvGrpSpPr>
      <p:grpSpPr>
        <a:xfrm>
          <a:off x="0" y="0"/>
          <a:ext cx="0" cy="0"/>
          <a:chOff x="0" y="0"/>
          <a:chExt cx="0" cy="0"/>
        </a:xfrm>
      </p:grpSpPr>
      <p:sp useBgFill="1">
        <p:nvSpPr>
          <p:cNvPr id="59" name="Rectangle 58">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04B7AC44-1B7B-4F09-9AA4-3DFDEC575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63" name="Rectangle 62">
            <a:extLst>
              <a:ext uri="{FF2B5EF4-FFF2-40B4-BE49-F238E27FC236}">
                <a16:creationId xmlns:a16="http://schemas.microsoft.com/office/drawing/2014/main" id="{6683E473-94FF-4ACE-9433-1F14799E89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1">
            <a:extLst>
              <a:ext uri="{FF2B5EF4-FFF2-40B4-BE49-F238E27FC236}">
                <a16:creationId xmlns:a16="http://schemas.microsoft.com/office/drawing/2014/main" id="{537F1E22-7909-C4FB-5856-4C7411512052}"/>
              </a:ext>
            </a:extLst>
          </p:cNvPr>
          <p:cNvSpPr>
            <a:spLocks noGrp="1"/>
          </p:cNvSpPr>
          <p:nvPr>
            <p:ph type="title"/>
          </p:nvPr>
        </p:nvSpPr>
        <p:spPr>
          <a:xfrm>
            <a:off x="6579450" y="727627"/>
            <a:ext cx="4957553" cy="1645920"/>
          </a:xfrm>
        </p:spPr>
        <p:txBody>
          <a:bodyPr vert="horz" lIns="91440" tIns="45720" rIns="91440" bIns="45720" rtlCol="0" anchor="ctr">
            <a:normAutofit/>
          </a:bodyPr>
          <a:lstStyle/>
          <a:p>
            <a:r>
              <a:rPr lang="en-US">
                <a:solidFill>
                  <a:schemeClr val="tx1">
                    <a:lumMod val="85000"/>
                    <a:lumOff val="15000"/>
                  </a:schemeClr>
                </a:solidFill>
              </a:rPr>
              <a:t>Security &amp; Auditing</a:t>
            </a:r>
          </a:p>
        </p:txBody>
      </p:sp>
      <p:sp>
        <p:nvSpPr>
          <p:cNvPr id="65" name="Rectangle 64">
            <a:extLst>
              <a:ext uri="{FF2B5EF4-FFF2-40B4-BE49-F238E27FC236}">
                <a16:creationId xmlns:a16="http://schemas.microsoft.com/office/drawing/2014/main" id="{0BBB6B01-5B73-410C-B70E-8CF2FA4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6" y="721224"/>
            <a:ext cx="5367164" cy="5415552"/>
          </a:xfrm>
          <a:prstGeom prst="rect">
            <a:avLst/>
          </a:prstGeom>
          <a:solidFill>
            <a:srgbClr val="FFFFFF"/>
          </a:solidFill>
          <a:ln w="6350" cap="flat" cmpd="sng" algn="ctr">
            <a:noFill/>
            <a:prstDash val="solid"/>
          </a:ln>
          <a:effectLst>
            <a:softEdge rad="0"/>
          </a:effectLst>
        </p:spPr>
      </p:sp>
      <p:sp>
        <p:nvSpPr>
          <p:cNvPr id="67" name="Rectangle 66">
            <a:extLst>
              <a:ext uri="{FF2B5EF4-FFF2-40B4-BE49-F238E27FC236}">
                <a16:creationId xmlns:a16="http://schemas.microsoft.com/office/drawing/2014/main" id="{8712F587-12D0-435C-8E3F-F44C36EE7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5217" y="892220"/>
            <a:ext cx="5054517" cy="5097085"/>
          </a:xfrm>
          <a:prstGeom prst="rect">
            <a:avLst/>
          </a:prstGeom>
          <a:noFill/>
          <a:ln w="6350" cap="sq" cmpd="sng" algn="ctr">
            <a:solidFill>
              <a:srgbClr val="404040"/>
            </a:solidFill>
            <a:prstDash val="solid"/>
            <a:miter lim="800000"/>
          </a:ln>
          <a:effectLst/>
        </p:spPr>
      </p:sp>
      <p:pic>
        <p:nvPicPr>
          <p:cNvPr id="11" name="Picture Placeholder 10" descr="A person holding a folder and a keyhole&#10;&#10;AI-generated content may be incorrect.">
            <a:extLst>
              <a:ext uri="{FF2B5EF4-FFF2-40B4-BE49-F238E27FC236}">
                <a16:creationId xmlns:a16="http://schemas.microsoft.com/office/drawing/2014/main" id="{FBA6D5B5-1365-0040-A05D-185FAF3EC029}"/>
              </a:ext>
            </a:extLst>
          </p:cNvPr>
          <p:cNvPicPr>
            <a:picLocks noGrp="1" noChangeAspect="1"/>
          </p:cNvPicPr>
          <p:nvPr>
            <p:ph type="pic" sz="quarter" idx="10"/>
          </p:nvPr>
        </p:nvPicPr>
        <p:blipFill rotWithShape="1">
          <a:blip r:embed="rId3"/>
          <a:srcRect l="26013" r="26013"/>
          <a:stretch>
            <a:fillRect/>
          </a:stretch>
        </p:blipFill>
        <p:spPr>
          <a:xfrm>
            <a:off x="1376768" y="1206900"/>
            <a:ext cx="4071414" cy="4462365"/>
          </a:xfrm>
          <a:prstGeom prst="rect">
            <a:avLst/>
          </a:prstGeom>
        </p:spPr>
      </p:pic>
      <p:sp>
        <p:nvSpPr>
          <p:cNvPr id="37" name="Content Placeholder 36">
            <a:extLst>
              <a:ext uri="{FF2B5EF4-FFF2-40B4-BE49-F238E27FC236}">
                <a16:creationId xmlns:a16="http://schemas.microsoft.com/office/drawing/2014/main" id="{77ACF206-8B46-5B26-FC5C-DDFB8F24044A}"/>
              </a:ext>
            </a:extLst>
          </p:cNvPr>
          <p:cNvSpPr>
            <a:spLocks noGrp="1"/>
          </p:cNvSpPr>
          <p:nvPr>
            <p:ph sz="quarter" idx="11"/>
          </p:nvPr>
        </p:nvSpPr>
        <p:spPr>
          <a:xfrm>
            <a:off x="6579450" y="2538919"/>
            <a:ext cx="4957554" cy="3496120"/>
          </a:xfrm>
        </p:spPr>
        <p:txBody>
          <a:bodyPr vert="horz" lIns="91440" tIns="45720" rIns="91440" bIns="45720" rtlCol="0" anchor="t">
            <a:normAutofit/>
          </a:bodyPr>
          <a:lstStyle/>
          <a:p>
            <a:pPr marL="102870" indent="-285750">
              <a:buFont typeface="Wingdings" pitchFamily="18" charset="0"/>
              <a:buChar char="ü"/>
            </a:pPr>
            <a:r>
              <a:rPr lang="en-US" dirty="0">
                <a:solidFill>
                  <a:schemeClr val="tx1"/>
                </a:solidFill>
                <a:latin typeface="Calibri"/>
                <a:ea typeface="Calibri"/>
                <a:cs typeface="Calibri"/>
              </a:rPr>
              <a:t>Trigger: weekday/holiday restriction</a:t>
            </a:r>
            <a:endParaRPr lang="en-US"/>
          </a:p>
          <a:p>
            <a:pPr marL="102870" indent="-285750">
              <a:buFont typeface="Wingdings" pitchFamily="18" charset="0"/>
              <a:buChar char="ü"/>
            </a:pPr>
            <a:r>
              <a:rPr lang="en-US" dirty="0">
                <a:solidFill>
                  <a:schemeClr val="tx1"/>
                </a:solidFill>
                <a:latin typeface="Calibri"/>
                <a:ea typeface="Calibri"/>
                <a:cs typeface="Calibri"/>
              </a:rPr>
              <a:t> Audit logging: ALLOWED/DENIED actions</a:t>
            </a:r>
          </a:p>
          <a:p>
            <a:pPr marL="102870" indent="-285750">
              <a:buFont typeface="Wingdings" pitchFamily="18" charset="0"/>
              <a:buChar char="ü"/>
            </a:pPr>
            <a:r>
              <a:rPr lang="en-US" dirty="0">
                <a:solidFill>
                  <a:schemeClr val="tx1"/>
                </a:solidFill>
                <a:latin typeface="Calibri"/>
                <a:ea typeface="Calibri"/>
                <a:cs typeface="Calibri"/>
              </a:rPr>
              <a:t> Auto stock updates &amp; validation triggers</a:t>
            </a:r>
          </a:p>
          <a:p>
            <a:pPr marL="102870" indent="-285750">
              <a:buFont typeface="Wingdings" pitchFamily="18" charset="0"/>
              <a:buChar char="ü"/>
            </a:pPr>
            <a:r>
              <a:rPr lang="en-US" dirty="0">
                <a:solidFill>
                  <a:schemeClr val="tx1"/>
                </a:solidFill>
                <a:latin typeface="Calibri"/>
                <a:ea typeface="Calibri"/>
                <a:cs typeface="Calibri"/>
              </a:rPr>
              <a:t>Holiday management system</a:t>
            </a:r>
          </a:p>
          <a:p>
            <a:pPr marL="102870" indent="-285750">
              <a:buFont typeface="Wingdings" pitchFamily="18" charset="0"/>
              <a:buChar char="ü"/>
            </a:pPr>
            <a:endParaRPr lang="en-US" dirty="0">
              <a:solidFill>
                <a:schemeClr val="tx1"/>
              </a:solidFill>
              <a:latin typeface="Calibri"/>
              <a:ea typeface="Calibri"/>
              <a:cs typeface="Calibri"/>
            </a:endParaRPr>
          </a:p>
        </p:txBody>
      </p:sp>
    </p:spTree>
    <p:extLst>
      <p:ext uri="{BB962C8B-B14F-4D97-AF65-F5344CB8AC3E}">
        <p14:creationId xmlns:p14="http://schemas.microsoft.com/office/powerpoint/2010/main" val="14702235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1CEAE81-B972-9407-F371-23EC5AF12A43}"/>
            </a:ext>
          </a:extLst>
        </p:cNvPr>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04B7AC44-1B7B-4F09-9AA4-3DFDEC575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46" name="Rectangle 45">
            <a:extLst>
              <a:ext uri="{FF2B5EF4-FFF2-40B4-BE49-F238E27FC236}">
                <a16:creationId xmlns:a16="http://schemas.microsoft.com/office/drawing/2014/main" id="{6683E473-94FF-4ACE-9433-1F14799E89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1">
            <a:extLst>
              <a:ext uri="{FF2B5EF4-FFF2-40B4-BE49-F238E27FC236}">
                <a16:creationId xmlns:a16="http://schemas.microsoft.com/office/drawing/2014/main" id="{52C998D2-A757-18CA-5AB7-3FAC869BC7FF}"/>
              </a:ext>
            </a:extLst>
          </p:cNvPr>
          <p:cNvSpPr>
            <a:spLocks noGrp="1"/>
          </p:cNvSpPr>
          <p:nvPr>
            <p:ph type="title"/>
          </p:nvPr>
        </p:nvSpPr>
        <p:spPr>
          <a:xfrm>
            <a:off x="6579450" y="727627"/>
            <a:ext cx="4957553" cy="1645920"/>
          </a:xfrm>
        </p:spPr>
        <p:txBody>
          <a:bodyPr vert="horz" lIns="91440" tIns="45720" rIns="91440" bIns="45720" rtlCol="0" anchor="ctr">
            <a:normAutofit/>
          </a:bodyPr>
          <a:lstStyle/>
          <a:p>
            <a:r>
              <a:rPr lang="en-US" sz="3200" dirty="0">
                <a:solidFill>
                  <a:schemeClr val="tx1">
                    <a:lumMod val="85000"/>
                    <a:lumOff val="15000"/>
                  </a:schemeClr>
                </a:solidFill>
                <a:latin typeface="Calibri"/>
                <a:ea typeface="Calibri"/>
                <a:cs typeface="Calibri"/>
              </a:rPr>
              <a:t>Reporting &amp; BI Features</a:t>
            </a:r>
          </a:p>
        </p:txBody>
      </p:sp>
      <p:sp>
        <p:nvSpPr>
          <p:cNvPr id="48" name="Rectangle 47">
            <a:extLst>
              <a:ext uri="{FF2B5EF4-FFF2-40B4-BE49-F238E27FC236}">
                <a16:creationId xmlns:a16="http://schemas.microsoft.com/office/drawing/2014/main" id="{0BBB6B01-5B73-410C-B70E-8CF2FA4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6" y="721224"/>
            <a:ext cx="5367164" cy="5415552"/>
          </a:xfrm>
          <a:prstGeom prst="rect">
            <a:avLst/>
          </a:prstGeom>
          <a:solidFill>
            <a:srgbClr val="FFFFFF"/>
          </a:solidFill>
          <a:ln w="6350" cap="flat" cmpd="sng" algn="ctr">
            <a:noFill/>
            <a:prstDash val="solid"/>
          </a:ln>
          <a:effectLst>
            <a:softEdge rad="0"/>
          </a:effectLst>
        </p:spPr>
      </p:sp>
      <p:sp>
        <p:nvSpPr>
          <p:cNvPr id="50" name="Rectangle 49">
            <a:extLst>
              <a:ext uri="{FF2B5EF4-FFF2-40B4-BE49-F238E27FC236}">
                <a16:creationId xmlns:a16="http://schemas.microsoft.com/office/drawing/2014/main" id="{8712F587-12D0-435C-8E3F-F44C36EE7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5217" y="892220"/>
            <a:ext cx="5054517" cy="5097085"/>
          </a:xfrm>
          <a:prstGeom prst="rect">
            <a:avLst/>
          </a:prstGeom>
          <a:noFill/>
          <a:ln w="6350" cap="sq" cmpd="sng" algn="ctr">
            <a:solidFill>
              <a:srgbClr val="404040"/>
            </a:solidFill>
            <a:prstDash val="solid"/>
            <a:miter lim="800000"/>
          </a:ln>
          <a:effectLst/>
        </p:spPr>
      </p:sp>
      <p:pic>
        <p:nvPicPr>
          <p:cNvPr id="11" name="Picture Placeholder 10" descr="A tablet with colorful bars and pie charts&#10;&#10;AI-generated content may be incorrect.">
            <a:extLst>
              <a:ext uri="{FF2B5EF4-FFF2-40B4-BE49-F238E27FC236}">
                <a16:creationId xmlns:a16="http://schemas.microsoft.com/office/drawing/2014/main" id="{2D028698-FBFD-9009-CA10-1D252D4BC1DC}"/>
              </a:ext>
            </a:extLst>
          </p:cNvPr>
          <p:cNvPicPr>
            <a:picLocks noGrp="1" noChangeAspect="1"/>
          </p:cNvPicPr>
          <p:nvPr>
            <p:ph type="pic" sz="quarter" idx="10"/>
          </p:nvPr>
        </p:nvPicPr>
        <p:blipFill rotWithShape="1">
          <a:blip r:embed="rId3"/>
          <a:stretch/>
        </p:blipFill>
        <p:spPr>
          <a:xfrm>
            <a:off x="1205256" y="1784799"/>
            <a:ext cx="4414438" cy="3306567"/>
          </a:xfrm>
          <a:prstGeom prst="rect">
            <a:avLst/>
          </a:prstGeom>
        </p:spPr>
      </p:pic>
      <p:sp>
        <p:nvSpPr>
          <p:cNvPr id="37" name="Content Placeholder 36">
            <a:extLst>
              <a:ext uri="{FF2B5EF4-FFF2-40B4-BE49-F238E27FC236}">
                <a16:creationId xmlns:a16="http://schemas.microsoft.com/office/drawing/2014/main" id="{78E5BAF9-3B95-1969-FC40-BF7E5505E7A1}"/>
              </a:ext>
            </a:extLst>
          </p:cNvPr>
          <p:cNvSpPr>
            <a:spLocks noGrp="1"/>
          </p:cNvSpPr>
          <p:nvPr>
            <p:ph sz="quarter" idx="11"/>
          </p:nvPr>
        </p:nvSpPr>
        <p:spPr>
          <a:xfrm>
            <a:off x="6579450" y="2538919"/>
            <a:ext cx="4957554" cy="3496120"/>
          </a:xfrm>
        </p:spPr>
        <p:txBody>
          <a:bodyPr vert="horz" lIns="91440" tIns="45720" rIns="91440" bIns="45720" rtlCol="0" anchor="t">
            <a:normAutofit/>
          </a:bodyPr>
          <a:lstStyle/>
          <a:p>
            <a:pPr marL="102870" indent="-285750">
              <a:buFont typeface="Wingdings" pitchFamily="18" charset="0"/>
              <a:buChar char="ü"/>
            </a:pPr>
            <a:r>
              <a:rPr lang="en-US" dirty="0">
                <a:solidFill>
                  <a:schemeClr val="tx1"/>
                </a:solidFill>
                <a:latin typeface="Calibri"/>
                <a:ea typeface="Calibri"/>
                <a:cs typeface="Calibri"/>
              </a:rPr>
              <a:t>Low stock alerts</a:t>
            </a:r>
            <a:endParaRPr lang="en-US"/>
          </a:p>
          <a:p>
            <a:pPr marL="102870" indent="-285750">
              <a:buFont typeface="Wingdings" pitchFamily="18" charset="0"/>
              <a:buChar char="ü"/>
            </a:pPr>
            <a:r>
              <a:rPr lang="en-US" dirty="0">
                <a:solidFill>
                  <a:schemeClr val="tx1"/>
                </a:solidFill>
                <a:latin typeface="Calibri"/>
                <a:ea typeface="Calibri"/>
                <a:cs typeface="Calibri"/>
              </a:rPr>
              <a:t> Daily revenue summary</a:t>
            </a:r>
          </a:p>
          <a:p>
            <a:pPr marL="102870" indent="-285750">
              <a:buFont typeface="Wingdings" pitchFamily="18" charset="0"/>
              <a:buChar char="ü"/>
            </a:pPr>
            <a:r>
              <a:rPr lang="en-US" dirty="0">
                <a:solidFill>
                  <a:schemeClr val="tx1"/>
                </a:solidFill>
                <a:latin typeface="Calibri"/>
                <a:ea typeface="Calibri"/>
                <a:cs typeface="Calibri"/>
              </a:rPr>
              <a:t> Sales by doctor</a:t>
            </a:r>
          </a:p>
          <a:p>
            <a:pPr marL="102870" indent="-285750">
              <a:buFont typeface="Wingdings" pitchFamily="18" charset="0"/>
              <a:buChar char="ü"/>
            </a:pPr>
            <a:r>
              <a:rPr lang="en-US" dirty="0">
                <a:solidFill>
                  <a:schemeClr val="tx1"/>
                </a:solidFill>
                <a:latin typeface="Calibri"/>
                <a:ea typeface="Calibri"/>
                <a:cs typeface="Calibri"/>
              </a:rPr>
              <a:t>Inventory movement analysis</a:t>
            </a:r>
          </a:p>
          <a:p>
            <a:pPr marL="102870" indent="-285750">
              <a:buFont typeface="Wingdings" pitchFamily="18" charset="0"/>
              <a:buChar char="ü"/>
            </a:pPr>
            <a:endParaRPr lang="en-US" dirty="0">
              <a:solidFill>
                <a:schemeClr val="tx1"/>
              </a:solidFill>
              <a:latin typeface="Calibri"/>
              <a:ea typeface="Calibri"/>
              <a:cs typeface="Calibri"/>
            </a:endParaRPr>
          </a:p>
        </p:txBody>
      </p:sp>
    </p:spTree>
    <p:extLst>
      <p:ext uri="{BB962C8B-B14F-4D97-AF65-F5344CB8AC3E}">
        <p14:creationId xmlns:p14="http://schemas.microsoft.com/office/powerpoint/2010/main" val="10944133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904DB13E-F722-4ED6-BB00-556651E952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4" name="Rectangle 43">
            <a:extLst>
              <a:ext uri="{FF2B5EF4-FFF2-40B4-BE49-F238E27FC236}">
                <a16:creationId xmlns:a16="http://schemas.microsoft.com/office/drawing/2014/main" id="{7B58A187-A4B1-42EB-A4C7-8635BA507B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46" name="Rectangle 45">
            <a:extLst>
              <a:ext uri="{FF2B5EF4-FFF2-40B4-BE49-F238E27FC236}">
                <a16:creationId xmlns:a16="http://schemas.microsoft.com/office/drawing/2014/main" id="{37F14E7F-3054-458C-ACF9-A8DA1757C6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48" name="Rectangle 47">
            <a:extLst>
              <a:ext uri="{FF2B5EF4-FFF2-40B4-BE49-F238E27FC236}">
                <a16:creationId xmlns:a16="http://schemas.microsoft.com/office/drawing/2014/main" id="{93747C1C-97FC-4D70-A6C8-A01FBCF5A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50" name="Group 49">
            <a:extLst>
              <a:ext uri="{FF2B5EF4-FFF2-40B4-BE49-F238E27FC236}">
                <a16:creationId xmlns:a16="http://schemas.microsoft.com/office/drawing/2014/main" id="{E26428D7-C6F3-473D-A360-A3F5C3E8728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250180" y="1267730"/>
            <a:ext cx="1691640" cy="615934"/>
            <a:chOff x="5250180" y="1267730"/>
            <a:chExt cx="1691640" cy="615934"/>
          </a:xfrm>
        </p:grpSpPr>
        <p:cxnSp>
          <p:nvCxnSpPr>
            <p:cNvPr id="51" name="Straight Connector 50">
              <a:extLst>
                <a:ext uri="{FF2B5EF4-FFF2-40B4-BE49-F238E27FC236}">
                  <a16:creationId xmlns:a16="http://schemas.microsoft.com/office/drawing/2014/main" id="{05CDC370-AE44-4300-98BA-FE204E88176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7B15501-CB9A-4642-80EE-2876EF039EB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6AFF9525-325F-47B3-A63C-93C12253AD7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55" name="Rectangle 54">
            <a:extLst>
              <a:ext uri="{FF2B5EF4-FFF2-40B4-BE49-F238E27FC236}">
                <a16:creationId xmlns:a16="http://schemas.microsoft.com/office/drawing/2014/main" id="{330C7DD7-02AC-4BF2-9004-DE691621C1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94A306BA-F168-4DFA-A57A-F4A753B032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606" y="276008"/>
            <a:ext cx="7248041" cy="6305984"/>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BCF9984A-22EC-4B7C-A60F-C631C4CD4D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0209" y="438912"/>
            <a:ext cx="6920834" cy="5980176"/>
          </a:xfrm>
          <a:prstGeom prst="rect">
            <a:avLst/>
          </a:prstGeom>
          <a:noFill/>
          <a:ln w="6350" cap="sq" cmpd="sng" algn="ctr">
            <a:solidFill>
              <a:schemeClr val="tx1">
                <a:lumMod val="75000"/>
                <a:lumOff val="25000"/>
              </a:schemeClr>
            </a:solidFill>
            <a:prstDash val="solid"/>
            <a:miter lim="800000"/>
          </a:ln>
          <a:effectLst/>
        </p:spPr>
      </p:sp>
      <p:sp>
        <p:nvSpPr>
          <p:cNvPr id="7" name="Title 6">
            <a:extLst>
              <a:ext uri="{FF2B5EF4-FFF2-40B4-BE49-F238E27FC236}">
                <a16:creationId xmlns:a16="http://schemas.microsoft.com/office/drawing/2014/main" id="{5B54BBB9-EC3F-40DE-A3C5-72ADF697AC27}"/>
              </a:ext>
            </a:extLst>
          </p:cNvPr>
          <p:cNvSpPr>
            <a:spLocks noGrp="1"/>
          </p:cNvSpPr>
          <p:nvPr>
            <p:ph type="title"/>
          </p:nvPr>
        </p:nvSpPr>
        <p:spPr>
          <a:xfrm>
            <a:off x="1230311" y="1293152"/>
            <a:ext cx="5360631" cy="4271696"/>
          </a:xfrm>
        </p:spPr>
        <p:txBody>
          <a:bodyPr vert="horz" lIns="91440" tIns="45720" rIns="91440" bIns="45720" rtlCol="0" anchor="ctr">
            <a:normAutofit/>
          </a:bodyPr>
          <a:lstStyle/>
          <a:p>
            <a:pPr>
              <a:lnSpc>
                <a:spcPct val="83000"/>
              </a:lnSpc>
            </a:pPr>
            <a:r>
              <a:rPr lang="en-US" sz="6000" cap="all" spc="-100" dirty="0">
                <a:solidFill>
                  <a:schemeClr val="tx1"/>
                </a:solidFill>
                <a:latin typeface="Calibri"/>
                <a:ea typeface="Calibri"/>
                <a:cs typeface="Calibri"/>
              </a:rPr>
              <a:t>Conclusion</a:t>
            </a:r>
          </a:p>
        </p:txBody>
      </p:sp>
      <p:sp>
        <p:nvSpPr>
          <p:cNvPr id="6" name="Subtitle 5">
            <a:extLst>
              <a:ext uri="{FF2B5EF4-FFF2-40B4-BE49-F238E27FC236}">
                <a16:creationId xmlns:a16="http://schemas.microsoft.com/office/drawing/2014/main" id="{FCC00F2F-2F9A-4287-AE30-766758F16A24}"/>
              </a:ext>
            </a:extLst>
          </p:cNvPr>
          <p:cNvSpPr>
            <a:spLocks noGrp="1"/>
          </p:cNvSpPr>
          <p:nvPr>
            <p:ph type="subTitle" idx="1"/>
          </p:nvPr>
        </p:nvSpPr>
        <p:spPr>
          <a:xfrm>
            <a:off x="8129007" y="1127760"/>
            <a:ext cx="3305909" cy="4599263"/>
          </a:xfrm>
        </p:spPr>
        <p:txBody>
          <a:bodyPr vert="horz" lIns="91440" tIns="45720" rIns="91440" bIns="45720" rtlCol="0" anchor="ctr">
            <a:normAutofit/>
          </a:bodyPr>
          <a:lstStyle/>
          <a:p>
            <a:pPr algn="l">
              <a:lnSpc>
                <a:spcPct val="90000"/>
              </a:lnSpc>
              <a:spcBef>
                <a:spcPts val="0"/>
              </a:spcBef>
              <a:spcAft>
                <a:spcPts val="600"/>
              </a:spcAft>
            </a:pPr>
            <a:r>
              <a:rPr lang="en-US" sz="1500" spc="80" dirty="0">
                <a:solidFill>
                  <a:schemeClr val="tx1"/>
                </a:solidFill>
                <a:latin typeface="Calibri"/>
                <a:ea typeface="Calibri"/>
                <a:cs typeface="Calibri"/>
              </a:rPr>
              <a:t>The Pharmacy Management System successfully automates key pharmaceutical operations, resulting in faster workflows and reduced manual errors. By integrating a fully PL/SQL-based backend, the system enhances accuracy in prescription processing and ensures reliable stock control through real-time inventory updates. Comprehensive auditing mechanisms strengthen data security and compliance, while analytical reports support informed decision-making for managers and pharmacists. Overall, the project demonstrates a robust, efficient, and modern solution for improving pharmacy service delivery. </a:t>
            </a:r>
          </a:p>
        </p:txBody>
      </p:sp>
    </p:spTree>
    <p:extLst>
      <p:ext uri="{BB962C8B-B14F-4D97-AF65-F5344CB8AC3E}">
        <p14:creationId xmlns:p14="http://schemas.microsoft.com/office/powerpoint/2010/main" val="3103866879"/>
      </p:ext>
    </p:extLst>
  </p:cSld>
  <p:clrMapOvr>
    <a:overrideClrMapping bg1="lt1" tx1="dk1" bg2="lt2" tx2="dk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Custom 8">
      <a:dk1>
        <a:sysClr val="windowText" lastClr="000000"/>
      </a:dk1>
      <a:lt1>
        <a:sysClr val="window" lastClr="FFFFFF"/>
      </a:lt1>
      <a:dk2>
        <a:srgbClr val="696464"/>
      </a:dk2>
      <a:lt2>
        <a:srgbClr val="E9E5DC"/>
      </a:lt2>
      <a:accent1>
        <a:srgbClr val="96A9A9"/>
      </a:accent1>
      <a:accent2>
        <a:srgbClr val="CB581F"/>
      </a:accent2>
      <a:accent3>
        <a:srgbClr val="A28E6A"/>
      </a:accent3>
      <a:accent4>
        <a:srgbClr val="956251"/>
      </a:accent4>
      <a:accent5>
        <a:srgbClr val="918485"/>
      </a:accent5>
      <a:accent6>
        <a:srgbClr val="855D5D"/>
      </a:accent6>
      <a:hlink>
        <a:srgbClr val="D0690C"/>
      </a:hlink>
      <a:folHlink>
        <a:srgbClr val="9696A0"/>
      </a:folHlink>
    </a:clrScheme>
    <a:fontScheme name="Savon">
      <a:maj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94D4956A-58D5-480A-BCDA-53092DBAA2E7}">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FCF2BD5-DE13-4F89-A44B-1244AAFA74B9}">
  <ds:schemaRefs>
    <ds:schemaRef ds:uri="http://schemas.microsoft.com/sharepoint/v3/contenttype/forms"/>
  </ds:schemaRefs>
</ds:datastoreItem>
</file>

<file path=customXml/itemProps3.xml><?xml version="1.0" encoding="utf-8"?>
<ds:datastoreItem xmlns:ds="http://schemas.openxmlformats.org/officeDocument/2006/customXml" ds:itemID="{457085EF-B99E-49B5-8168-B93B76F18C94}">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docProps/app.xml><?xml version="1.0" encoding="utf-8"?>
<Properties xmlns="http://schemas.openxmlformats.org/officeDocument/2006/extended-properties" xmlns:vt="http://schemas.openxmlformats.org/officeDocument/2006/docPropsVTypes">
  <Template>_SavonVTI</Template>
  <Application>Microsoft Office PowerPoint</Application>
  <PresentationFormat>Widescreen</PresentationFormat>
  <Slides>10</Slides>
  <Notes>6</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SavonVTI</vt:lpstr>
      <vt:lpstr>Pharmacy Management System Database Development with PL/SQL   Lecturer: Eric Maniraguha  Academic Year: 2025-2026 Adventist University of Central Africa  </vt:lpstr>
      <vt:lpstr>Introduction</vt:lpstr>
      <vt:lpstr>Proposed Solution</vt:lpstr>
      <vt:lpstr>Business Process Overview</vt:lpstr>
      <vt:lpstr>Logical Database Design </vt:lpstr>
      <vt:lpstr>DatabaseImplementation </vt:lpstr>
      <vt:lpstr>PL/SQL Development </vt:lpstr>
      <vt:lpstr>Security &amp; Auditing</vt:lpstr>
      <vt:lpstr>Reporting &amp; BI Features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47</cp:revision>
  <dcterms:created xsi:type="dcterms:W3CDTF">2025-12-07T10:57:28Z</dcterms:created>
  <dcterms:modified xsi:type="dcterms:W3CDTF">2025-12-07T17:03:12Z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