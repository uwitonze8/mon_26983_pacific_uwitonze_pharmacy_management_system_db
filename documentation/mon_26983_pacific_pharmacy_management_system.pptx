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4"/>
  </p:sldMasterIdLst>
  <p:notesMasterIdLst>
    <p:notesMasterId r:id="rId16"/>
  </p:notesMasterIdLst>
  <p:handoutMasterIdLst>
    <p:handoutMasterId r:id="rId17"/>
  </p:handoutMasterIdLst>
  <p:sldIdLst>
    <p:sldId id="256" r:id="rId5"/>
    <p:sldId id="337" r:id="rId6"/>
    <p:sldId id="343" r:id="rId7"/>
    <p:sldId id="344" r:id="rId8"/>
    <p:sldId id="345" r:id="rId9"/>
    <p:sldId id="350" r:id="rId10"/>
    <p:sldId id="339" r:id="rId11"/>
    <p:sldId id="351" r:id="rId12"/>
    <p:sldId id="348" r:id="rId13"/>
    <p:sldId id="349" r:id="rId14"/>
    <p:sldId id="34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A30A5F-AD8D-4477-8DBC-1FA709D9A1AF}" v="25" dt="2025-12-07T13:33:06.550"/>
    <p1510:client id="{F6B14B82-5854-489A-B9CA-209157FEEE70}" v="144" dt="2025-12-07T11:17:56.033"/>
    <p1510:client id="{FE75ECCE-36BA-412E-B33A-7B4CDADAAD8A}" v="112" dt="2025-12-07T12:54:38.5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witonze Pacific" userId="94f14c05aa9a1c9a" providerId="Windows Live" clId="Web-{F6B14B82-5854-489A-B9CA-209157FEEE70}"/>
    <pc:docChg chg="addSld delSld modSld sldOrd">
      <pc:chgData name="Uwitonze Pacific" userId="94f14c05aa9a1c9a" providerId="Windows Live" clId="Web-{F6B14B82-5854-489A-B9CA-209157FEEE70}" dt="2025-12-07T11:17:56.033" v="143" actId="20577"/>
      <pc:docMkLst>
        <pc:docMk/>
      </pc:docMkLst>
      <pc:sldChg chg="modSp">
        <pc:chgData name="Uwitonze Pacific" userId="94f14c05aa9a1c9a" providerId="Windows Live" clId="Web-{F6B14B82-5854-489A-B9CA-209157FEEE70}" dt="2025-12-07T11:01:24.790" v="34" actId="20577"/>
        <pc:sldMkLst>
          <pc:docMk/>
          <pc:sldMk cId="2259308896" sldId="256"/>
        </pc:sldMkLst>
        <pc:spChg chg="mod">
          <ac:chgData name="Uwitonze Pacific" userId="94f14c05aa9a1c9a" providerId="Windows Live" clId="Web-{F6B14B82-5854-489A-B9CA-209157FEEE70}" dt="2025-12-07T11:01:24.790" v="34" actId="20577"/>
          <ac:spMkLst>
            <pc:docMk/>
            <pc:sldMk cId="2259308896" sldId="256"/>
            <ac:spMk id="2" creationId="{51DF3D98-3C30-4CFC-8643-C81E829C8C25}"/>
          </ac:spMkLst>
        </pc:spChg>
        <pc:spChg chg="mod">
          <ac:chgData name="Uwitonze Pacific" userId="94f14c05aa9a1c9a" providerId="Windows Live" clId="Web-{F6B14B82-5854-489A-B9CA-209157FEEE70}" dt="2025-12-07T10:59:20.739" v="7" actId="1076"/>
          <ac:spMkLst>
            <pc:docMk/>
            <pc:sldMk cId="2259308896" sldId="256"/>
            <ac:spMk id="3" creationId="{A068D447-28D3-4F5F-B2DC-FD67E9015868}"/>
          </ac:spMkLst>
        </pc:spChg>
      </pc:sldChg>
      <pc:sldChg chg="del">
        <pc:chgData name="Uwitonze Pacific" userId="94f14c05aa9a1c9a" providerId="Windows Live" clId="Web-{F6B14B82-5854-489A-B9CA-209157FEEE70}" dt="2025-12-07T11:04:28.741" v="40"/>
        <pc:sldMkLst>
          <pc:docMk/>
          <pc:sldMk cId="4212917468" sldId="260"/>
        </pc:sldMkLst>
      </pc:sldChg>
      <pc:sldChg chg="del">
        <pc:chgData name="Uwitonze Pacific" userId="94f14c05aa9a1c9a" providerId="Windows Live" clId="Web-{F6B14B82-5854-489A-B9CA-209157FEEE70}" dt="2025-12-07T11:04:37.632" v="42"/>
        <pc:sldMkLst>
          <pc:docMk/>
          <pc:sldMk cId="700209266" sldId="264"/>
        </pc:sldMkLst>
      </pc:sldChg>
      <pc:sldChg chg="del">
        <pc:chgData name="Uwitonze Pacific" userId="94f14c05aa9a1c9a" providerId="Windows Live" clId="Web-{F6B14B82-5854-489A-B9CA-209157FEEE70}" dt="2025-12-07T11:04:39.335" v="43"/>
        <pc:sldMkLst>
          <pc:docMk/>
          <pc:sldMk cId="2563119616" sldId="265"/>
        </pc:sldMkLst>
      </pc:sldChg>
      <pc:sldChg chg="del">
        <pc:chgData name="Uwitonze Pacific" userId="94f14c05aa9a1c9a" providerId="Windows Live" clId="Web-{F6B14B82-5854-489A-B9CA-209157FEEE70}" dt="2025-12-07T11:04:40.538" v="44"/>
        <pc:sldMkLst>
          <pc:docMk/>
          <pc:sldMk cId="2721508595" sldId="266"/>
        </pc:sldMkLst>
      </pc:sldChg>
      <pc:sldChg chg="del">
        <pc:chgData name="Uwitonze Pacific" userId="94f14c05aa9a1c9a" providerId="Windows Live" clId="Web-{F6B14B82-5854-489A-B9CA-209157FEEE70}" dt="2025-12-07T11:01:36.308" v="35"/>
        <pc:sldMkLst>
          <pc:docMk/>
          <pc:sldMk cId="2130595336" sldId="336"/>
        </pc:sldMkLst>
      </pc:sldChg>
      <pc:sldChg chg="modSp">
        <pc:chgData name="Uwitonze Pacific" userId="94f14c05aa9a1c9a" providerId="Windows Live" clId="Web-{F6B14B82-5854-489A-B9CA-209157FEEE70}" dt="2025-12-07T11:02:30.877" v="38" actId="20577"/>
        <pc:sldMkLst>
          <pc:docMk/>
          <pc:sldMk cId="520594114" sldId="337"/>
        </pc:sldMkLst>
        <pc:spChg chg="mod">
          <ac:chgData name="Uwitonze Pacific" userId="94f14c05aa9a1c9a" providerId="Windows Live" clId="Web-{F6B14B82-5854-489A-B9CA-209157FEEE70}" dt="2025-12-07T11:02:30.877" v="38" actId="20577"/>
          <ac:spMkLst>
            <pc:docMk/>
            <pc:sldMk cId="520594114" sldId="337"/>
            <ac:spMk id="37" creationId="{E4A54726-4483-4264-B2EC-04C460B0BD95}"/>
          </ac:spMkLst>
        </pc:spChg>
      </pc:sldChg>
      <pc:sldChg chg="del">
        <pc:chgData name="Uwitonze Pacific" userId="94f14c05aa9a1c9a" providerId="Windows Live" clId="Web-{F6B14B82-5854-489A-B9CA-209157FEEE70}" dt="2025-12-07T11:04:19.882" v="39"/>
        <pc:sldMkLst>
          <pc:docMk/>
          <pc:sldMk cId="3580731130" sldId="338"/>
        </pc:sldMkLst>
      </pc:sldChg>
      <pc:sldChg chg="modSp">
        <pc:chgData name="Uwitonze Pacific" userId="94f14c05aa9a1c9a" providerId="Windows Live" clId="Web-{F6B14B82-5854-489A-B9CA-209157FEEE70}" dt="2025-12-07T11:11:45.980" v="98" actId="20577"/>
        <pc:sldMkLst>
          <pc:docMk/>
          <pc:sldMk cId="1489269496" sldId="339"/>
        </pc:sldMkLst>
        <pc:spChg chg="mod">
          <ac:chgData name="Uwitonze Pacific" userId="94f14c05aa9a1c9a" providerId="Windows Live" clId="Web-{F6B14B82-5854-489A-B9CA-209157FEEE70}" dt="2025-12-07T11:10:51.354" v="86" actId="1076"/>
          <ac:spMkLst>
            <pc:docMk/>
            <pc:sldMk cId="1489269496" sldId="339"/>
            <ac:spMk id="5" creationId="{91BB6B60-9DA3-430C-B84C-A52FFE5B762B}"/>
          </ac:spMkLst>
        </pc:spChg>
        <pc:spChg chg="mod">
          <ac:chgData name="Uwitonze Pacific" userId="94f14c05aa9a1c9a" providerId="Windows Live" clId="Web-{F6B14B82-5854-489A-B9CA-209157FEEE70}" dt="2025-12-07T11:11:45.980" v="98" actId="20577"/>
          <ac:spMkLst>
            <pc:docMk/>
            <pc:sldMk cId="1489269496" sldId="339"/>
            <ac:spMk id="6" creationId="{1899EE03-8C56-4610-97B8-669F47CC4601}"/>
          </ac:spMkLst>
        </pc:spChg>
      </pc:sldChg>
      <pc:sldChg chg="del">
        <pc:chgData name="Uwitonze Pacific" userId="94f14c05aa9a1c9a" providerId="Windows Live" clId="Web-{F6B14B82-5854-489A-B9CA-209157FEEE70}" dt="2025-12-07T11:04:35.882" v="41"/>
        <pc:sldMkLst>
          <pc:docMk/>
          <pc:sldMk cId="746175611" sldId="340"/>
        </pc:sldMkLst>
      </pc:sldChg>
      <pc:sldChg chg="modSp">
        <pc:chgData name="Uwitonze Pacific" userId="94f14c05aa9a1c9a" providerId="Windows Live" clId="Web-{F6B14B82-5854-489A-B9CA-209157FEEE70}" dt="2025-12-07T11:17:56.033" v="143" actId="20577"/>
        <pc:sldMkLst>
          <pc:docMk/>
          <pc:sldMk cId="3103866879" sldId="341"/>
        </pc:sldMkLst>
        <pc:spChg chg="mod">
          <ac:chgData name="Uwitonze Pacific" userId="94f14c05aa9a1c9a" providerId="Windows Live" clId="Web-{F6B14B82-5854-489A-B9CA-209157FEEE70}" dt="2025-12-07T11:17:56.033" v="143" actId="20577"/>
          <ac:spMkLst>
            <pc:docMk/>
            <pc:sldMk cId="3103866879" sldId="341"/>
            <ac:spMk id="6" creationId="{FCC00F2F-2F9A-4287-AE30-766758F16A24}"/>
          </ac:spMkLst>
        </pc:spChg>
        <pc:spChg chg="mod">
          <ac:chgData name="Uwitonze Pacific" userId="94f14c05aa9a1c9a" providerId="Windows Live" clId="Web-{F6B14B82-5854-489A-B9CA-209157FEEE70}" dt="2025-12-07T11:17:33.361" v="139" actId="1076"/>
          <ac:spMkLst>
            <pc:docMk/>
            <pc:sldMk cId="3103866879" sldId="341"/>
            <ac:spMk id="7" creationId="{5B54BBB9-EC3F-40DE-A3C5-72ADF697AC27}"/>
          </ac:spMkLst>
        </pc:spChg>
      </pc:sldChg>
      <pc:sldChg chg="del">
        <pc:chgData name="Uwitonze Pacific" userId="94f14c05aa9a1c9a" providerId="Windows Live" clId="Web-{F6B14B82-5854-489A-B9CA-209157FEEE70}" dt="2025-12-07T11:15:08.437" v="120"/>
        <pc:sldMkLst>
          <pc:docMk/>
          <pc:sldMk cId="587838501" sldId="342"/>
        </pc:sldMkLst>
      </pc:sldChg>
      <pc:sldChg chg="new del">
        <pc:chgData name="Uwitonze Pacific" userId="94f14c05aa9a1c9a" providerId="Windows Live" clId="Web-{F6B14B82-5854-489A-B9CA-209157FEEE70}" dt="2025-12-07T11:05:21.664" v="46"/>
        <pc:sldMkLst>
          <pc:docMk/>
          <pc:sldMk cId="1863810678" sldId="343"/>
        </pc:sldMkLst>
      </pc:sldChg>
      <pc:sldChg chg="modSp add replId">
        <pc:chgData name="Uwitonze Pacific" userId="94f14c05aa9a1c9a" providerId="Windows Live" clId="Web-{F6B14B82-5854-489A-B9CA-209157FEEE70}" dt="2025-12-07T11:08:49.727" v="71" actId="20577"/>
        <pc:sldMkLst>
          <pc:docMk/>
          <pc:sldMk cId="2813852394" sldId="343"/>
        </pc:sldMkLst>
        <pc:spChg chg="mod">
          <ac:chgData name="Uwitonze Pacific" userId="94f14c05aa9a1c9a" providerId="Windows Live" clId="Web-{F6B14B82-5854-489A-B9CA-209157FEEE70}" dt="2025-12-07T11:05:52.711" v="48" actId="20577"/>
          <ac:spMkLst>
            <pc:docMk/>
            <pc:sldMk cId="2813852394" sldId="343"/>
            <ac:spMk id="2" creationId="{5B0B3649-860C-A331-C32B-396C0E1C0A04}"/>
          </ac:spMkLst>
        </pc:spChg>
        <pc:spChg chg="mod">
          <ac:chgData name="Uwitonze Pacific" userId="94f14c05aa9a1c9a" providerId="Windows Live" clId="Web-{F6B14B82-5854-489A-B9CA-209157FEEE70}" dt="2025-12-07T11:08:49.727" v="71" actId="20577"/>
          <ac:spMkLst>
            <pc:docMk/>
            <pc:sldMk cId="2813852394" sldId="343"/>
            <ac:spMk id="37" creationId="{CE941BD3-E91B-9335-6728-4CB92E196613}"/>
          </ac:spMkLst>
        </pc:spChg>
      </pc:sldChg>
      <pc:sldChg chg="modSp add replId">
        <pc:chgData name="Uwitonze Pacific" userId="94f14c05aa9a1c9a" providerId="Windows Live" clId="Web-{F6B14B82-5854-489A-B9CA-209157FEEE70}" dt="2025-12-07T11:08:37.149" v="70" actId="20577"/>
        <pc:sldMkLst>
          <pc:docMk/>
          <pc:sldMk cId="2687017721" sldId="344"/>
        </pc:sldMkLst>
        <pc:spChg chg="mod">
          <ac:chgData name="Uwitonze Pacific" userId="94f14c05aa9a1c9a" providerId="Windows Live" clId="Web-{F6B14B82-5854-489A-B9CA-209157FEEE70}" dt="2025-12-07T11:07:31.836" v="58" actId="20577"/>
          <ac:spMkLst>
            <pc:docMk/>
            <pc:sldMk cId="2687017721" sldId="344"/>
            <ac:spMk id="2" creationId="{A5682BBD-B6D2-B99D-3A91-65161441A481}"/>
          </ac:spMkLst>
        </pc:spChg>
        <pc:spChg chg="mod">
          <ac:chgData name="Uwitonze Pacific" userId="94f14c05aa9a1c9a" providerId="Windows Live" clId="Web-{F6B14B82-5854-489A-B9CA-209157FEEE70}" dt="2025-12-07T11:08:37.149" v="70" actId="20577"/>
          <ac:spMkLst>
            <pc:docMk/>
            <pc:sldMk cId="2687017721" sldId="344"/>
            <ac:spMk id="37" creationId="{9257F473-CD27-64A1-D371-07BD0B329F70}"/>
          </ac:spMkLst>
        </pc:spChg>
      </pc:sldChg>
      <pc:sldChg chg="modSp add replId">
        <pc:chgData name="Uwitonze Pacific" userId="94f14c05aa9a1c9a" providerId="Windows Live" clId="Web-{F6B14B82-5854-489A-B9CA-209157FEEE70}" dt="2025-12-07T11:09:55.259" v="83" actId="20577"/>
        <pc:sldMkLst>
          <pc:docMk/>
          <pc:sldMk cId="159221639" sldId="345"/>
        </pc:sldMkLst>
        <pc:spChg chg="mod">
          <ac:chgData name="Uwitonze Pacific" userId="94f14c05aa9a1c9a" providerId="Windows Live" clId="Web-{F6B14B82-5854-489A-B9CA-209157FEEE70}" dt="2025-12-07T11:09:24.743" v="73" actId="20577"/>
          <ac:spMkLst>
            <pc:docMk/>
            <pc:sldMk cId="159221639" sldId="345"/>
            <ac:spMk id="2" creationId="{ACC5DDD6-CE5B-5487-E43C-2EA7091E2F54}"/>
          </ac:spMkLst>
        </pc:spChg>
        <pc:spChg chg="mod">
          <ac:chgData name="Uwitonze Pacific" userId="94f14c05aa9a1c9a" providerId="Windows Live" clId="Web-{F6B14B82-5854-489A-B9CA-209157FEEE70}" dt="2025-12-07T11:09:55.259" v="83" actId="20577"/>
          <ac:spMkLst>
            <pc:docMk/>
            <pc:sldMk cId="159221639" sldId="345"/>
            <ac:spMk id="37" creationId="{A5CD5889-1D2F-B21C-F9EE-2D4B087C415D}"/>
          </ac:spMkLst>
        </pc:spChg>
      </pc:sldChg>
      <pc:sldChg chg="modSp add del ord replId">
        <pc:chgData name="Uwitonze Pacific" userId="94f14c05aa9a1c9a" providerId="Windows Live" clId="Web-{F6B14B82-5854-489A-B9CA-209157FEEE70}" dt="2025-12-07T11:13:25.606" v="108" actId="20577"/>
        <pc:sldMkLst>
          <pc:docMk/>
          <pc:sldMk cId="2708122937" sldId="346"/>
        </pc:sldMkLst>
        <pc:spChg chg="mod">
          <ac:chgData name="Uwitonze Pacific" userId="94f14c05aa9a1c9a" providerId="Windows Live" clId="Web-{F6B14B82-5854-489A-B9CA-209157FEEE70}" dt="2025-12-07T11:12:51.043" v="102" actId="20577"/>
          <ac:spMkLst>
            <pc:docMk/>
            <pc:sldMk cId="2708122937" sldId="346"/>
            <ac:spMk id="2" creationId="{83ACE28C-E6CA-D60F-9D43-D4705A0F85AF}"/>
          </ac:spMkLst>
        </pc:spChg>
        <pc:spChg chg="mod">
          <ac:chgData name="Uwitonze Pacific" userId="94f14c05aa9a1c9a" providerId="Windows Live" clId="Web-{F6B14B82-5854-489A-B9CA-209157FEEE70}" dt="2025-12-07T11:13:25.606" v="108" actId="20577"/>
          <ac:spMkLst>
            <pc:docMk/>
            <pc:sldMk cId="2708122937" sldId="346"/>
            <ac:spMk id="37" creationId="{1272F942-FE74-816E-0E33-19BA917A5A75}"/>
          </ac:spMkLst>
        </pc:spChg>
      </pc:sldChg>
      <pc:sldChg chg="modSp add replId">
        <pc:chgData name="Uwitonze Pacific" userId="94f14c05aa9a1c9a" providerId="Windows Live" clId="Web-{F6B14B82-5854-489A-B9CA-209157FEEE70}" dt="2025-12-07T11:14:01.872" v="114" actId="20577"/>
        <pc:sldMkLst>
          <pc:docMk/>
          <pc:sldMk cId="3189306417" sldId="347"/>
        </pc:sldMkLst>
        <pc:spChg chg="mod">
          <ac:chgData name="Uwitonze Pacific" userId="94f14c05aa9a1c9a" providerId="Windows Live" clId="Web-{F6B14B82-5854-489A-B9CA-209157FEEE70}" dt="2025-12-07T11:13:56.746" v="111" actId="20577"/>
          <ac:spMkLst>
            <pc:docMk/>
            <pc:sldMk cId="3189306417" sldId="347"/>
            <ac:spMk id="2" creationId="{C192312F-4166-51AB-C99E-280386A73088}"/>
          </ac:spMkLst>
        </pc:spChg>
        <pc:spChg chg="mod">
          <ac:chgData name="Uwitonze Pacific" userId="94f14c05aa9a1c9a" providerId="Windows Live" clId="Web-{F6B14B82-5854-489A-B9CA-209157FEEE70}" dt="2025-12-07T11:14:01.872" v="114" actId="20577"/>
          <ac:spMkLst>
            <pc:docMk/>
            <pc:sldMk cId="3189306417" sldId="347"/>
            <ac:spMk id="37" creationId="{547D4652-7DD1-4901-70E5-0637B83BF48B}"/>
          </ac:spMkLst>
        </pc:spChg>
      </pc:sldChg>
      <pc:sldChg chg="modSp add replId">
        <pc:chgData name="Uwitonze Pacific" userId="94f14c05aa9a1c9a" providerId="Windows Live" clId="Web-{F6B14B82-5854-489A-B9CA-209157FEEE70}" dt="2025-12-07T11:14:58.327" v="119" actId="20577"/>
        <pc:sldMkLst>
          <pc:docMk/>
          <pc:sldMk cId="1470223518" sldId="348"/>
        </pc:sldMkLst>
        <pc:spChg chg="mod">
          <ac:chgData name="Uwitonze Pacific" userId="94f14c05aa9a1c9a" providerId="Windows Live" clId="Web-{F6B14B82-5854-489A-B9CA-209157FEEE70}" dt="2025-12-07T11:14:45.436" v="116" actId="20577"/>
          <ac:spMkLst>
            <pc:docMk/>
            <pc:sldMk cId="1470223518" sldId="348"/>
            <ac:spMk id="2" creationId="{537F1E22-7909-C4FB-5856-4C7411512052}"/>
          </ac:spMkLst>
        </pc:spChg>
        <pc:spChg chg="mod">
          <ac:chgData name="Uwitonze Pacific" userId="94f14c05aa9a1c9a" providerId="Windows Live" clId="Web-{F6B14B82-5854-489A-B9CA-209157FEEE70}" dt="2025-12-07T11:14:58.327" v="119" actId="20577"/>
          <ac:spMkLst>
            <pc:docMk/>
            <pc:sldMk cId="1470223518" sldId="348"/>
            <ac:spMk id="37" creationId="{77ACF206-8B46-5B26-FC5C-DDFB8F24044A}"/>
          </ac:spMkLst>
        </pc:spChg>
      </pc:sldChg>
      <pc:sldChg chg="modSp add replId">
        <pc:chgData name="Uwitonze Pacific" userId="94f14c05aa9a1c9a" providerId="Windows Live" clId="Web-{F6B14B82-5854-489A-B9CA-209157FEEE70}" dt="2025-12-07T11:15:46.625" v="126" actId="20577"/>
        <pc:sldMkLst>
          <pc:docMk/>
          <pc:sldMk cId="1094413396" sldId="349"/>
        </pc:sldMkLst>
        <pc:spChg chg="mod">
          <ac:chgData name="Uwitonze Pacific" userId="94f14c05aa9a1c9a" providerId="Windows Live" clId="Web-{F6B14B82-5854-489A-B9CA-209157FEEE70}" dt="2025-12-07T11:15:34.640" v="123" actId="20577"/>
          <ac:spMkLst>
            <pc:docMk/>
            <pc:sldMk cId="1094413396" sldId="349"/>
            <ac:spMk id="2" creationId="{52C998D2-A757-18CA-5AB7-3FAC869BC7FF}"/>
          </ac:spMkLst>
        </pc:spChg>
        <pc:spChg chg="mod">
          <ac:chgData name="Uwitonze Pacific" userId="94f14c05aa9a1c9a" providerId="Windows Live" clId="Web-{F6B14B82-5854-489A-B9CA-209157FEEE70}" dt="2025-12-07T11:15:46.625" v="126" actId="20577"/>
          <ac:spMkLst>
            <pc:docMk/>
            <pc:sldMk cId="1094413396" sldId="349"/>
            <ac:spMk id="37" creationId="{78E5BAF9-3B95-1969-FC40-BF7E5505E7A1}"/>
          </ac:spMkLst>
        </pc:spChg>
      </pc:sldChg>
    </pc:docChg>
  </pc:docChgLst>
  <pc:docChgLst>
    <pc:chgData name="Uwitonze Pacific" userId="94f14c05aa9a1c9a" providerId="Windows Live" clId="Web-{FE75ECCE-36BA-412E-B33A-7B4CDADAAD8A}"/>
    <pc:docChg chg="addSld delSld modSld">
      <pc:chgData name="Uwitonze Pacific" userId="94f14c05aa9a1c9a" providerId="Windows Live" clId="Web-{FE75ECCE-36BA-412E-B33A-7B4CDADAAD8A}" dt="2025-12-07T12:54:30.658" v="114"/>
      <pc:docMkLst>
        <pc:docMk/>
      </pc:docMkLst>
      <pc:sldChg chg="addSp delSp modSp mod setBg">
        <pc:chgData name="Uwitonze Pacific" userId="94f14c05aa9a1c9a" providerId="Windows Live" clId="Web-{FE75ECCE-36BA-412E-B33A-7B4CDADAAD8A}" dt="2025-12-07T12:39:11.623" v="84" actId="20577"/>
        <pc:sldMkLst>
          <pc:docMk/>
          <pc:sldMk cId="2259308896" sldId="256"/>
        </pc:sldMkLst>
        <pc:spChg chg="mod">
          <ac:chgData name="Uwitonze Pacific" userId="94f14c05aa9a1c9a" providerId="Windows Live" clId="Web-{FE75ECCE-36BA-412E-B33A-7B4CDADAAD8A}" dt="2025-12-07T12:39:11.623" v="84" actId="20577"/>
          <ac:spMkLst>
            <pc:docMk/>
            <pc:sldMk cId="2259308896" sldId="256"/>
            <ac:spMk id="2" creationId="{51DF3D98-3C30-4CFC-8643-C81E829C8C25}"/>
          </ac:spMkLst>
        </pc:spChg>
        <pc:spChg chg="mod">
          <ac:chgData name="Uwitonze Pacific" userId="94f14c05aa9a1c9a" providerId="Windows Live" clId="Web-{FE75ECCE-36BA-412E-B33A-7B4CDADAAD8A}" dt="2025-12-07T12:36:57.683" v="58"/>
          <ac:spMkLst>
            <pc:docMk/>
            <pc:sldMk cId="2259308896" sldId="256"/>
            <ac:spMk id="3" creationId="{A068D447-28D3-4F5F-B2DC-FD67E9015868}"/>
          </ac:spMkLst>
        </pc:spChg>
        <pc:spChg chg="add del">
          <ac:chgData name="Uwitonze Pacific" userId="94f14c05aa9a1c9a" providerId="Windows Live" clId="Web-{FE75ECCE-36BA-412E-B33A-7B4CDADAAD8A}" dt="2025-12-07T12:37:46.434" v="68"/>
          <ac:spMkLst>
            <pc:docMk/>
            <pc:sldMk cId="2259308896" sldId="256"/>
            <ac:spMk id="8" creationId="{6EB4BFD6-A85D-4A13-A54A-9A5C9E31C69E}"/>
          </ac:spMkLst>
        </pc:spChg>
        <pc:spChg chg="add del">
          <ac:chgData name="Uwitonze Pacific" userId="94f14c05aa9a1c9a" providerId="Windows Live" clId="Web-{FE75ECCE-36BA-412E-B33A-7B4CDADAAD8A}" dt="2025-12-07T12:37:46.434" v="68"/>
          <ac:spMkLst>
            <pc:docMk/>
            <pc:sldMk cId="2259308896" sldId="256"/>
            <ac:spMk id="10" creationId="{B5DD78E9-DE0D-47AF-A0DB-F475221E3DC7}"/>
          </ac:spMkLst>
        </pc:spChg>
        <pc:spChg chg="add del">
          <ac:chgData name="Uwitonze Pacific" userId="94f14c05aa9a1c9a" providerId="Windows Live" clId="Web-{FE75ECCE-36BA-412E-B33A-7B4CDADAAD8A}" dt="2025-12-07T12:37:46.434" v="68"/>
          <ac:spMkLst>
            <pc:docMk/>
            <pc:sldMk cId="2259308896" sldId="256"/>
            <ac:spMk id="12" creationId="{A118D329-2010-4A15-B57C-429FFAE35B11}"/>
          </ac:spMkLst>
        </pc:spChg>
        <pc:spChg chg="add">
          <ac:chgData name="Uwitonze Pacific" userId="94f14c05aa9a1c9a" providerId="Windows Live" clId="Web-{FE75ECCE-36BA-412E-B33A-7B4CDADAAD8A}" dt="2025-12-07T12:37:46.434" v="68"/>
          <ac:spMkLst>
            <pc:docMk/>
            <pc:sldMk cId="2259308896" sldId="256"/>
            <ac:spMk id="19" creationId="{B66F8A2C-B8CF-4B20-9A73-2ADCF6302755}"/>
          </ac:spMkLst>
        </pc:spChg>
        <pc:spChg chg="add">
          <ac:chgData name="Uwitonze Pacific" userId="94f14c05aa9a1c9a" providerId="Windows Live" clId="Web-{FE75ECCE-36BA-412E-B33A-7B4CDADAAD8A}" dt="2025-12-07T12:37:46.434" v="68"/>
          <ac:spMkLst>
            <pc:docMk/>
            <pc:sldMk cId="2259308896" sldId="256"/>
            <ac:spMk id="21" creationId="{B5DD78E9-DE0D-47AF-A0DB-F475221E3DC7}"/>
          </ac:spMkLst>
        </pc:spChg>
        <pc:spChg chg="add">
          <ac:chgData name="Uwitonze Pacific" userId="94f14c05aa9a1c9a" providerId="Windows Live" clId="Web-{FE75ECCE-36BA-412E-B33A-7B4CDADAAD8A}" dt="2025-12-07T12:37:46.434" v="68"/>
          <ac:spMkLst>
            <pc:docMk/>
            <pc:sldMk cId="2259308896" sldId="256"/>
            <ac:spMk id="23" creationId="{A118D329-2010-4A15-B57C-429FFAE35B11}"/>
          </ac:spMkLst>
        </pc:spChg>
        <pc:cxnChg chg="add del">
          <ac:chgData name="Uwitonze Pacific" userId="94f14c05aa9a1c9a" providerId="Windows Live" clId="Web-{FE75ECCE-36BA-412E-B33A-7B4CDADAAD8A}" dt="2025-12-07T12:37:46.434" v="68"/>
          <ac:cxnSpMkLst>
            <pc:docMk/>
            <pc:sldMk cId="2259308896" sldId="256"/>
            <ac:cxnSpMk id="14" creationId="{994262BC-EE98-4BD6-82DB-4955E8DCC290}"/>
          </ac:cxnSpMkLst>
        </pc:cxnChg>
        <pc:cxnChg chg="add">
          <ac:chgData name="Uwitonze Pacific" userId="94f14c05aa9a1c9a" providerId="Windows Live" clId="Web-{FE75ECCE-36BA-412E-B33A-7B4CDADAAD8A}" dt="2025-12-07T12:37:46.434" v="68"/>
          <ac:cxnSpMkLst>
            <pc:docMk/>
            <pc:sldMk cId="2259308896" sldId="256"/>
            <ac:cxnSpMk id="25" creationId="{994262BC-EE98-4BD6-82DB-4955E8DCC290}"/>
          </ac:cxnSpMkLst>
        </pc:cxnChg>
      </pc:sldChg>
      <pc:sldChg chg="addSp delSp modSp mod setBg">
        <pc:chgData name="Uwitonze Pacific" userId="94f14c05aa9a1c9a" providerId="Windows Live" clId="Web-{FE75ECCE-36BA-412E-B33A-7B4CDADAAD8A}" dt="2025-12-07T12:40:55.874" v="86"/>
        <pc:sldMkLst>
          <pc:docMk/>
          <pc:sldMk cId="520594114" sldId="337"/>
        </pc:sldMkLst>
        <pc:spChg chg="mod">
          <ac:chgData name="Uwitonze Pacific" userId="94f14c05aa9a1c9a" providerId="Windows Live" clId="Web-{FE75ECCE-36BA-412E-B33A-7B4CDADAAD8A}" dt="2025-12-07T12:40:55.874" v="86"/>
          <ac:spMkLst>
            <pc:docMk/>
            <pc:sldMk cId="520594114" sldId="337"/>
            <ac:spMk id="2" creationId="{378C802F-C74D-41A2-8127-19D4F8EE42F4}"/>
          </ac:spMkLst>
        </pc:spChg>
        <pc:spChg chg="mod">
          <ac:chgData name="Uwitonze Pacific" userId="94f14c05aa9a1c9a" providerId="Windows Live" clId="Web-{FE75ECCE-36BA-412E-B33A-7B4CDADAAD8A}" dt="2025-12-07T12:40:55.874" v="86"/>
          <ac:spMkLst>
            <pc:docMk/>
            <pc:sldMk cId="520594114" sldId="337"/>
            <ac:spMk id="37" creationId="{E4A54726-4483-4264-B2EC-04C460B0BD95}"/>
          </ac:spMkLst>
        </pc:spChg>
        <pc:spChg chg="add">
          <ac:chgData name="Uwitonze Pacific" userId="94f14c05aa9a1c9a" providerId="Windows Live" clId="Web-{FE75ECCE-36BA-412E-B33A-7B4CDADAAD8A}" dt="2025-12-07T12:36:33.230" v="57"/>
          <ac:spMkLst>
            <pc:docMk/>
            <pc:sldMk cId="520594114" sldId="337"/>
            <ac:spMk id="42" creationId="{1E94681D-2A4C-4A8D-B9B5-31D440D0328D}"/>
          </ac:spMkLst>
        </pc:spChg>
        <pc:spChg chg="add">
          <ac:chgData name="Uwitonze Pacific" userId="94f14c05aa9a1c9a" providerId="Windows Live" clId="Web-{FE75ECCE-36BA-412E-B33A-7B4CDADAAD8A}" dt="2025-12-07T12:36:33.230" v="57"/>
          <ac:spMkLst>
            <pc:docMk/>
            <pc:sldMk cId="520594114" sldId="337"/>
            <ac:spMk id="44" creationId="{FB65ABA3-820C-4D75-9437-9EFA1ADFE134}"/>
          </ac:spMkLst>
        </pc:spChg>
        <pc:spChg chg="add del">
          <ac:chgData name="Uwitonze Pacific" userId="94f14c05aa9a1c9a" providerId="Windows Live" clId="Web-{FE75ECCE-36BA-412E-B33A-7B4CDADAAD8A}" dt="2025-12-07T12:40:55.874" v="86"/>
          <ac:spMkLst>
            <pc:docMk/>
            <pc:sldMk cId="520594114" sldId="337"/>
            <ac:spMk id="46" creationId="{036BF2FB-90D8-48DB-BD34-D040CDCFF208}"/>
          </ac:spMkLst>
        </pc:spChg>
        <pc:spChg chg="add del">
          <ac:chgData name="Uwitonze Pacific" userId="94f14c05aa9a1c9a" providerId="Windows Live" clId="Web-{FE75ECCE-36BA-412E-B33A-7B4CDADAAD8A}" dt="2025-12-07T12:40:55.874" v="86"/>
          <ac:spMkLst>
            <pc:docMk/>
            <pc:sldMk cId="520594114" sldId="337"/>
            <ac:spMk id="48" creationId="{11657BF2-BFFB-4FF0-9FE2-4D7F7A7C9D50}"/>
          </ac:spMkLst>
        </pc:spChg>
        <pc:spChg chg="add">
          <ac:chgData name="Uwitonze Pacific" userId="94f14c05aa9a1c9a" providerId="Windows Live" clId="Web-{FE75ECCE-36BA-412E-B33A-7B4CDADAAD8A}" dt="2025-12-07T12:36:33.230" v="57"/>
          <ac:spMkLst>
            <pc:docMk/>
            <pc:sldMk cId="520594114" sldId="337"/>
            <ac:spMk id="50" creationId="{25397171-E233-4F26-9A8C-29C436537DC4}"/>
          </ac:spMkLst>
        </pc:spChg>
        <pc:spChg chg="add del">
          <ac:chgData name="Uwitonze Pacific" userId="94f14c05aa9a1c9a" providerId="Windows Live" clId="Web-{FE75ECCE-36BA-412E-B33A-7B4CDADAAD8A}" dt="2025-12-07T12:40:55.874" v="86"/>
          <ac:spMkLst>
            <pc:docMk/>
            <pc:sldMk cId="520594114" sldId="337"/>
            <ac:spMk id="52" creationId="{EA830B9C-C9EB-4D80-9552-AE9DE30758C9}"/>
          </ac:spMkLst>
        </pc:spChg>
        <pc:spChg chg="add">
          <ac:chgData name="Uwitonze Pacific" userId="94f14c05aa9a1c9a" providerId="Windows Live" clId="Web-{FE75ECCE-36BA-412E-B33A-7B4CDADAAD8A}" dt="2025-12-07T12:40:55.874" v="86"/>
          <ac:spMkLst>
            <pc:docMk/>
            <pc:sldMk cId="520594114" sldId="337"/>
            <ac:spMk id="57" creationId="{1E94681D-2A4C-4A8D-B9B5-31D440D0328D}"/>
          </ac:spMkLst>
        </pc:spChg>
        <pc:spChg chg="add">
          <ac:chgData name="Uwitonze Pacific" userId="94f14c05aa9a1c9a" providerId="Windows Live" clId="Web-{FE75ECCE-36BA-412E-B33A-7B4CDADAAD8A}" dt="2025-12-07T12:40:55.874" v="86"/>
          <ac:spMkLst>
            <pc:docMk/>
            <pc:sldMk cId="520594114" sldId="337"/>
            <ac:spMk id="59" creationId="{FB65ABA3-820C-4D75-9437-9EFA1ADFE134}"/>
          </ac:spMkLst>
        </pc:spChg>
        <pc:spChg chg="add">
          <ac:chgData name="Uwitonze Pacific" userId="94f14c05aa9a1c9a" providerId="Windows Live" clId="Web-{FE75ECCE-36BA-412E-B33A-7B4CDADAAD8A}" dt="2025-12-07T12:40:55.874" v="86"/>
          <ac:spMkLst>
            <pc:docMk/>
            <pc:sldMk cId="520594114" sldId="337"/>
            <ac:spMk id="61" creationId="{036BF2FB-90D8-48DB-BD34-D040CDCFF208}"/>
          </ac:spMkLst>
        </pc:spChg>
        <pc:spChg chg="add">
          <ac:chgData name="Uwitonze Pacific" userId="94f14c05aa9a1c9a" providerId="Windows Live" clId="Web-{FE75ECCE-36BA-412E-B33A-7B4CDADAAD8A}" dt="2025-12-07T12:40:55.874" v="86"/>
          <ac:spMkLst>
            <pc:docMk/>
            <pc:sldMk cId="520594114" sldId="337"/>
            <ac:spMk id="63" creationId="{78632963-757B-40C2-BB84-FC6107A54DAD}"/>
          </ac:spMkLst>
        </pc:spChg>
        <pc:spChg chg="add">
          <ac:chgData name="Uwitonze Pacific" userId="94f14c05aa9a1c9a" providerId="Windows Live" clId="Web-{FE75ECCE-36BA-412E-B33A-7B4CDADAAD8A}" dt="2025-12-07T12:40:55.874" v="86"/>
          <ac:spMkLst>
            <pc:docMk/>
            <pc:sldMk cId="520594114" sldId="337"/>
            <ac:spMk id="67" creationId="{DBC4BE4D-4B50-4F51-9F85-4B5D60B02D81}"/>
          </ac:spMkLst>
        </pc:spChg>
        <pc:picChg chg="mod ord">
          <ac:chgData name="Uwitonze Pacific" userId="94f14c05aa9a1c9a" providerId="Windows Live" clId="Web-{FE75ECCE-36BA-412E-B33A-7B4CDADAAD8A}" dt="2025-12-07T12:40:50.546" v="85"/>
          <ac:picMkLst>
            <pc:docMk/>
            <pc:sldMk cId="520594114" sldId="337"/>
            <ac:picMk id="11" creationId="{4D446641-3AA1-4C43-9E6B-09347E88B2F2}"/>
          </ac:picMkLst>
        </pc:picChg>
      </pc:sldChg>
      <pc:sldChg chg="addSp delSp modSp mod setBg setClrOvrMap">
        <pc:chgData name="Uwitonze Pacific" userId="94f14c05aa9a1c9a" providerId="Windows Live" clId="Web-{FE75ECCE-36BA-412E-B33A-7B4CDADAAD8A}" dt="2025-12-07T12:44:38.289" v="92"/>
        <pc:sldMkLst>
          <pc:docMk/>
          <pc:sldMk cId="1489269496" sldId="339"/>
        </pc:sldMkLst>
        <pc:spChg chg="add del mod">
          <ac:chgData name="Uwitonze Pacific" userId="94f14c05aa9a1c9a" providerId="Windows Live" clId="Web-{FE75ECCE-36BA-412E-B33A-7B4CDADAAD8A}" dt="2025-12-07T11:37:44.297" v="12"/>
          <ac:spMkLst>
            <pc:docMk/>
            <pc:sldMk cId="1489269496" sldId="339"/>
            <ac:spMk id="3" creationId="{5FC0CFE7-1116-D837-3096-B0CFCF2648DA}"/>
          </ac:spMkLst>
        </pc:spChg>
        <pc:spChg chg="mod ord">
          <ac:chgData name="Uwitonze Pacific" userId="94f14c05aa9a1c9a" providerId="Windows Live" clId="Web-{FE75ECCE-36BA-412E-B33A-7B4CDADAAD8A}" dt="2025-12-07T12:44:38.289" v="92"/>
          <ac:spMkLst>
            <pc:docMk/>
            <pc:sldMk cId="1489269496" sldId="339"/>
            <ac:spMk id="5" creationId="{91BB6B60-9DA3-430C-B84C-A52FFE5B762B}"/>
          </ac:spMkLst>
        </pc:spChg>
        <pc:spChg chg="mod">
          <ac:chgData name="Uwitonze Pacific" userId="94f14c05aa9a1c9a" providerId="Windows Live" clId="Web-{FE75ECCE-36BA-412E-B33A-7B4CDADAAD8A}" dt="2025-12-07T12:44:38.289" v="92"/>
          <ac:spMkLst>
            <pc:docMk/>
            <pc:sldMk cId="1489269496" sldId="339"/>
            <ac:spMk id="6" creationId="{1899EE03-8C56-4610-97B8-669F47CC4601}"/>
          </ac:spMkLst>
        </pc:spChg>
        <pc:spChg chg="add">
          <ac:chgData name="Uwitonze Pacific" userId="94f14c05aa9a1c9a" providerId="Windows Live" clId="Web-{FE75ECCE-36BA-412E-B33A-7B4CDADAAD8A}" dt="2025-12-07T11:37:44.297" v="12"/>
          <ac:spMkLst>
            <pc:docMk/>
            <pc:sldMk cId="1489269496" sldId="339"/>
            <ac:spMk id="26" creationId="{1E94681D-2A4C-4A8D-B9B5-31D440D0328D}"/>
          </ac:spMkLst>
        </pc:spChg>
        <pc:spChg chg="add">
          <ac:chgData name="Uwitonze Pacific" userId="94f14c05aa9a1c9a" providerId="Windows Live" clId="Web-{FE75ECCE-36BA-412E-B33A-7B4CDADAAD8A}" dt="2025-12-07T11:37:44.297" v="12"/>
          <ac:spMkLst>
            <pc:docMk/>
            <pc:sldMk cId="1489269496" sldId="339"/>
            <ac:spMk id="28" creationId="{ACC34E14-7009-4770-92C3-8FA9DFFCC133}"/>
          </ac:spMkLst>
        </pc:spChg>
        <pc:spChg chg="del">
          <ac:chgData name="Uwitonze Pacific" userId="94f14c05aa9a1c9a" providerId="Windows Live" clId="Web-{FE75ECCE-36BA-412E-B33A-7B4CDADAAD8A}" dt="2025-12-07T11:40:22.607" v="15"/>
          <ac:spMkLst>
            <pc:docMk/>
            <pc:sldMk cId="1489269496" sldId="339"/>
            <ac:spMk id="30" creationId="{B7F09AB8-ED40-4351-A581-146415B87E8B}"/>
          </ac:spMkLst>
        </pc:spChg>
        <pc:spChg chg="add del">
          <ac:chgData name="Uwitonze Pacific" userId="94f14c05aa9a1c9a" providerId="Windows Live" clId="Web-{FE75ECCE-36BA-412E-B33A-7B4CDADAAD8A}" dt="2025-12-07T11:40:22.607" v="15"/>
          <ac:spMkLst>
            <pc:docMk/>
            <pc:sldMk cId="1489269496" sldId="339"/>
            <ac:spMk id="32" creationId="{77B2BA5B-1894-4AF7-A31A-68B310384EB4}"/>
          </ac:spMkLst>
        </pc:spChg>
        <pc:spChg chg="add">
          <ac:chgData name="Uwitonze Pacific" userId="94f14c05aa9a1c9a" providerId="Windows Live" clId="Web-{FE75ECCE-36BA-412E-B33A-7B4CDADAAD8A}" dt="2025-12-07T11:37:44.297" v="12"/>
          <ac:spMkLst>
            <pc:docMk/>
            <pc:sldMk cId="1489269496" sldId="339"/>
            <ac:spMk id="34" creationId="{3F8292AA-2164-4B18-AEBD-CC13F4CA6F02}"/>
          </ac:spMkLst>
        </pc:spChg>
        <pc:spChg chg="add del">
          <ac:chgData name="Uwitonze Pacific" userId="94f14c05aa9a1c9a" providerId="Windows Live" clId="Web-{FE75ECCE-36BA-412E-B33A-7B4CDADAAD8A}" dt="2025-12-07T11:40:22.607" v="15"/>
          <ac:spMkLst>
            <pc:docMk/>
            <pc:sldMk cId="1489269496" sldId="339"/>
            <ac:spMk id="36" creationId="{492E3DD6-EE3F-4714-B087-11DF4E1FBC37}"/>
          </ac:spMkLst>
        </pc:spChg>
        <pc:spChg chg="add del">
          <ac:chgData name="Uwitonze Pacific" userId="94f14c05aa9a1c9a" providerId="Windows Live" clId="Web-{FE75ECCE-36BA-412E-B33A-7B4CDADAAD8A}" dt="2025-12-07T11:40:22.607" v="15"/>
          <ac:spMkLst>
            <pc:docMk/>
            <pc:sldMk cId="1489269496" sldId="339"/>
            <ac:spMk id="38" creationId="{25B8B2C1-56D3-48CF-B950-1C2F68E19831}"/>
          </ac:spMkLst>
        </pc:spChg>
        <pc:spChg chg="add del">
          <ac:chgData name="Uwitonze Pacific" userId="94f14c05aa9a1c9a" providerId="Windows Live" clId="Web-{FE75ECCE-36BA-412E-B33A-7B4CDADAAD8A}" dt="2025-12-07T11:40:22.607" v="15"/>
          <ac:spMkLst>
            <pc:docMk/>
            <pc:sldMk cId="1489269496" sldId="339"/>
            <ac:spMk id="40" creationId="{4D37A8D7-D2CC-4162-895A-C3ECA645FB09}"/>
          </ac:spMkLst>
        </pc:spChg>
        <pc:spChg chg="del">
          <ac:chgData name="Uwitonze Pacific" userId="94f14c05aa9a1c9a" providerId="Windows Live" clId="Web-{FE75ECCE-36BA-412E-B33A-7B4CDADAAD8A}" dt="2025-12-07T12:44:38.289" v="92"/>
          <ac:spMkLst>
            <pc:docMk/>
            <pc:sldMk cId="1489269496" sldId="339"/>
            <ac:spMk id="45" creationId="{1E94681D-2A4C-4A8D-B9B5-31D440D0328D}"/>
          </ac:spMkLst>
        </pc:spChg>
        <pc:spChg chg="add del">
          <ac:chgData name="Uwitonze Pacific" userId="94f14c05aa9a1c9a" providerId="Windows Live" clId="Web-{FE75ECCE-36BA-412E-B33A-7B4CDADAAD8A}" dt="2025-12-07T12:44:38.289" v="92"/>
          <ac:spMkLst>
            <pc:docMk/>
            <pc:sldMk cId="1489269496" sldId="339"/>
            <ac:spMk id="47" creationId="{ACC34E14-7009-4770-92C3-8FA9DFFCC133}"/>
          </ac:spMkLst>
        </pc:spChg>
        <pc:spChg chg="del">
          <ac:chgData name="Uwitonze Pacific" userId="94f14c05aa9a1c9a" providerId="Windows Live" clId="Web-{FE75ECCE-36BA-412E-B33A-7B4CDADAAD8A}" dt="2025-12-07T12:44:38.289" v="92"/>
          <ac:spMkLst>
            <pc:docMk/>
            <pc:sldMk cId="1489269496" sldId="339"/>
            <ac:spMk id="49" creationId="{B7F09AB8-ED40-4351-A581-146415B87E8B}"/>
          </ac:spMkLst>
        </pc:spChg>
        <pc:spChg chg="add del">
          <ac:chgData name="Uwitonze Pacific" userId="94f14c05aa9a1c9a" providerId="Windows Live" clId="Web-{FE75ECCE-36BA-412E-B33A-7B4CDADAAD8A}" dt="2025-12-07T12:44:38.289" v="92"/>
          <ac:spMkLst>
            <pc:docMk/>
            <pc:sldMk cId="1489269496" sldId="339"/>
            <ac:spMk id="51" creationId="{26C4D022-E2BC-435F-9CDB-44DC57C0701C}"/>
          </ac:spMkLst>
        </pc:spChg>
        <pc:spChg chg="add">
          <ac:chgData name="Uwitonze Pacific" userId="94f14c05aa9a1c9a" providerId="Windows Live" clId="Web-{FE75ECCE-36BA-412E-B33A-7B4CDADAAD8A}" dt="2025-12-07T11:40:22.607" v="15"/>
          <ac:spMkLst>
            <pc:docMk/>
            <pc:sldMk cId="1489269496" sldId="339"/>
            <ac:spMk id="53" creationId="{C926CAD6-45B1-4A85-A196-E722067B1D21}"/>
          </ac:spMkLst>
        </pc:spChg>
        <pc:spChg chg="add">
          <ac:chgData name="Uwitonze Pacific" userId="94f14c05aa9a1c9a" providerId="Windows Live" clId="Web-{FE75ECCE-36BA-412E-B33A-7B4CDADAAD8A}" dt="2025-12-07T11:40:22.607" v="15"/>
          <ac:spMkLst>
            <pc:docMk/>
            <pc:sldMk cId="1489269496" sldId="339"/>
            <ac:spMk id="55" creationId="{0E0936D5-2DCE-48A4-93BC-BA7861B4E343}"/>
          </ac:spMkLst>
        </pc:spChg>
        <pc:spChg chg="add">
          <ac:chgData name="Uwitonze Pacific" userId="94f14c05aa9a1c9a" providerId="Windows Live" clId="Web-{FE75ECCE-36BA-412E-B33A-7B4CDADAAD8A}" dt="2025-12-07T12:44:38.289" v="92"/>
          <ac:spMkLst>
            <pc:docMk/>
            <pc:sldMk cId="1489269496" sldId="339"/>
            <ac:spMk id="60" creationId="{1E94681D-2A4C-4A8D-B9B5-31D440D0328D}"/>
          </ac:spMkLst>
        </pc:spChg>
        <pc:spChg chg="add">
          <ac:chgData name="Uwitonze Pacific" userId="94f14c05aa9a1c9a" providerId="Windows Live" clId="Web-{FE75ECCE-36BA-412E-B33A-7B4CDADAAD8A}" dt="2025-12-07T12:44:38.289" v="92"/>
          <ac:spMkLst>
            <pc:docMk/>
            <pc:sldMk cId="1489269496" sldId="339"/>
            <ac:spMk id="64" creationId="{ED0D337F-FB00-4E19-BBDA-8485C8ABB506}"/>
          </ac:spMkLst>
        </pc:spChg>
        <pc:spChg chg="add">
          <ac:chgData name="Uwitonze Pacific" userId="94f14c05aa9a1c9a" providerId="Windows Live" clId="Web-{FE75ECCE-36BA-412E-B33A-7B4CDADAAD8A}" dt="2025-12-07T12:44:38.289" v="92"/>
          <ac:spMkLst>
            <pc:docMk/>
            <pc:sldMk cId="1489269496" sldId="339"/>
            <ac:spMk id="66" creationId="{78632963-757B-40C2-BB84-FC6107A54DAD}"/>
          </ac:spMkLst>
        </pc:spChg>
        <pc:spChg chg="add">
          <ac:chgData name="Uwitonze Pacific" userId="94f14c05aa9a1c9a" providerId="Windows Live" clId="Web-{FE75ECCE-36BA-412E-B33A-7B4CDADAAD8A}" dt="2025-12-07T12:44:38.289" v="92"/>
          <ac:spMkLst>
            <pc:docMk/>
            <pc:sldMk cId="1489269496" sldId="339"/>
            <ac:spMk id="68" creationId="{2853AE55-7E35-44B0-89F1-3F52B262AF33}"/>
          </ac:spMkLst>
        </pc:spChg>
        <pc:picChg chg="del">
          <ac:chgData name="Uwitonze Pacific" userId="94f14c05aa9a1c9a" providerId="Windows Live" clId="Web-{FE75ECCE-36BA-412E-B33A-7B4CDADAAD8A}" dt="2025-12-07T11:37:37.969" v="11"/>
          <ac:picMkLst>
            <pc:docMk/>
            <pc:sldMk cId="1489269496" sldId="339"/>
            <ac:picMk id="13" creationId="{51F6EDCA-EF3A-4858-8F8C-CD888E58EEE6}"/>
          </ac:picMkLst>
        </pc:picChg>
        <pc:picChg chg="mod">
          <ac:chgData name="Uwitonze Pacific" userId="94f14c05aa9a1c9a" providerId="Windows Live" clId="Web-{FE75ECCE-36BA-412E-B33A-7B4CDADAAD8A}" dt="2025-12-07T11:38:39.083" v="13"/>
          <ac:picMkLst>
            <pc:docMk/>
            <pc:sldMk cId="1489269496" sldId="339"/>
            <ac:picMk id="17" creationId="{936E703F-0B68-4D4A-9EDA-D51A3BF6BA61}"/>
          </ac:picMkLst>
        </pc:picChg>
        <pc:picChg chg="mod">
          <ac:chgData name="Uwitonze Pacific" userId="94f14c05aa9a1c9a" providerId="Windows Live" clId="Web-{FE75ECCE-36BA-412E-B33A-7B4CDADAAD8A}" dt="2025-12-07T11:40:19.231" v="14"/>
          <ac:picMkLst>
            <pc:docMk/>
            <pc:sldMk cId="1489269496" sldId="339"/>
            <ac:picMk id="21" creationId="{2D8D552F-456C-4D1F-A816-78EB8682695E}"/>
          </ac:picMkLst>
        </pc:picChg>
      </pc:sldChg>
      <pc:sldChg chg="addSp delSp modSp">
        <pc:chgData name="Uwitonze Pacific" userId="94f14c05aa9a1c9a" providerId="Windows Live" clId="Web-{FE75ECCE-36BA-412E-B33A-7B4CDADAAD8A}" dt="2025-12-07T12:54:30.658" v="114"/>
        <pc:sldMkLst>
          <pc:docMk/>
          <pc:sldMk cId="3103866879" sldId="341"/>
        </pc:sldMkLst>
        <pc:spChg chg="add del mod">
          <ac:chgData name="Uwitonze Pacific" userId="94f14c05aa9a1c9a" providerId="Windows Live" clId="Web-{FE75ECCE-36BA-412E-B33A-7B4CDADAAD8A}" dt="2025-12-07T12:48:06.272" v="111"/>
          <ac:spMkLst>
            <pc:docMk/>
            <pc:sldMk cId="3103866879" sldId="341"/>
            <ac:spMk id="3" creationId="{6402FC08-C9C4-ACA1-03CD-E3EB0B37F132}"/>
          </ac:spMkLst>
        </pc:spChg>
        <pc:spChg chg="add del mod">
          <ac:chgData name="Uwitonze Pacific" userId="94f14c05aa9a1c9a" providerId="Windows Live" clId="Web-{FE75ECCE-36BA-412E-B33A-7B4CDADAAD8A}" dt="2025-12-07T12:48:15.616" v="112"/>
          <ac:spMkLst>
            <pc:docMk/>
            <pc:sldMk cId="3103866879" sldId="341"/>
            <ac:spMk id="5" creationId="{674F745B-9041-DF56-0913-31C148B3B7B9}"/>
          </ac:spMkLst>
        </pc:spChg>
        <pc:spChg chg="add del mod">
          <ac:chgData name="Uwitonze Pacific" userId="94f14c05aa9a1c9a" providerId="Windows Live" clId="Web-{FE75ECCE-36BA-412E-B33A-7B4CDADAAD8A}" dt="2025-12-07T12:48:18.476" v="113"/>
          <ac:spMkLst>
            <pc:docMk/>
            <pc:sldMk cId="3103866879" sldId="341"/>
            <ac:spMk id="9" creationId="{5800BE98-43AB-E184-2916-7D49B7B7BB26}"/>
          </ac:spMkLst>
        </pc:spChg>
        <pc:spChg chg="add del mod">
          <ac:chgData name="Uwitonze Pacific" userId="94f14c05aa9a1c9a" providerId="Windows Live" clId="Web-{FE75ECCE-36BA-412E-B33A-7B4CDADAAD8A}" dt="2025-12-07T12:54:30.658" v="114"/>
          <ac:spMkLst>
            <pc:docMk/>
            <pc:sldMk cId="3103866879" sldId="341"/>
            <ac:spMk id="11" creationId="{435BFC4F-9396-36E9-D24A-AEA453E31CB9}"/>
          </ac:spMkLst>
        </pc:spChg>
        <pc:picChg chg="add mod ord">
          <ac:chgData name="Uwitonze Pacific" userId="94f14c05aa9a1c9a" providerId="Windows Live" clId="Web-{FE75ECCE-36BA-412E-B33A-7B4CDADAAD8A}" dt="2025-12-07T12:54:30.658" v="114"/>
          <ac:picMkLst>
            <pc:docMk/>
            <pc:sldMk cId="3103866879" sldId="341"/>
            <ac:picMk id="12" creationId="{787DFE04-7A76-3A96-7BD4-23AE83B26C8B}"/>
          </ac:picMkLst>
        </pc:picChg>
        <pc:picChg chg="del">
          <ac:chgData name="Uwitonze Pacific" userId="94f14c05aa9a1c9a" providerId="Windows Live" clId="Web-{FE75ECCE-36BA-412E-B33A-7B4CDADAAD8A}" dt="2025-12-07T12:47:54.287" v="107"/>
          <ac:picMkLst>
            <pc:docMk/>
            <pc:sldMk cId="3103866879" sldId="341"/>
            <ac:picMk id="17" creationId="{1662305C-7D5C-47F9-877B-466826B518AB}"/>
          </ac:picMkLst>
        </pc:picChg>
        <pc:picChg chg="del">
          <ac:chgData name="Uwitonze Pacific" userId="94f14c05aa9a1c9a" providerId="Windows Live" clId="Web-{FE75ECCE-36BA-412E-B33A-7B4CDADAAD8A}" dt="2025-12-07T12:47:57.318" v="108"/>
          <ac:picMkLst>
            <pc:docMk/>
            <pc:sldMk cId="3103866879" sldId="341"/>
            <ac:picMk id="21" creationId="{BE57492F-8E90-4A7C-973A-7888314D95BE}"/>
          </ac:picMkLst>
        </pc:picChg>
        <pc:picChg chg="del">
          <ac:chgData name="Uwitonze Pacific" userId="94f14c05aa9a1c9a" providerId="Windows Live" clId="Web-{FE75ECCE-36BA-412E-B33A-7B4CDADAAD8A}" dt="2025-12-07T12:47:59.881" v="109"/>
          <ac:picMkLst>
            <pc:docMk/>
            <pc:sldMk cId="3103866879" sldId="341"/>
            <ac:picMk id="25" creationId="{570508E1-6D53-4ABA-B566-1C25D08ABDD2}"/>
          </ac:picMkLst>
        </pc:picChg>
        <pc:picChg chg="del">
          <ac:chgData name="Uwitonze Pacific" userId="94f14c05aa9a1c9a" providerId="Windows Live" clId="Web-{FE75ECCE-36BA-412E-B33A-7B4CDADAAD8A}" dt="2025-12-07T12:48:03.444" v="110"/>
          <ac:picMkLst>
            <pc:docMk/>
            <pc:sldMk cId="3103866879" sldId="341"/>
            <ac:picMk id="29" creationId="{CB30D8EE-713E-4D47-B52D-4F8507389AD0}"/>
          </ac:picMkLst>
        </pc:picChg>
      </pc:sldChg>
      <pc:sldChg chg="addSp delSp modSp mod setBg">
        <pc:chgData name="Uwitonze Pacific" userId="94f14c05aa9a1c9a" providerId="Windows Live" clId="Web-{FE75ECCE-36BA-412E-B33A-7B4CDADAAD8A}" dt="2025-12-07T12:42:33.578" v="88"/>
        <pc:sldMkLst>
          <pc:docMk/>
          <pc:sldMk cId="2813852394" sldId="343"/>
        </pc:sldMkLst>
        <pc:spChg chg="mod ord">
          <ac:chgData name="Uwitonze Pacific" userId="94f14c05aa9a1c9a" providerId="Windows Live" clId="Web-{FE75ECCE-36BA-412E-B33A-7B4CDADAAD8A}" dt="2025-12-07T12:42:33.578" v="88"/>
          <ac:spMkLst>
            <pc:docMk/>
            <pc:sldMk cId="2813852394" sldId="343"/>
            <ac:spMk id="2" creationId="{5B0B3649-860C-A331-C32B-396C0E1C0A04}"/>
          </ac:spMkLst>
        </pc:spChg>
        <pc:spChg chg="mod">
          <ac:chgData name="Uwitonze Pacific" userId="94f14c05aa9a1c9a" providerId="Windows Live" clId="Web-{FE75ECCE-36BA-412E-B33A-7B4CDADAAD8A}" dt="2025-12-07T12:36:21.432" v="56"/>
          <ac:spMkLst>
            <pc:docMk/>
            <pc:sldMk cId="2813852394" sldId="343"/>
            <ac:spMk id="37" creationId="{CE941BD3-E91B-9335-6728-4CB92E196613}"/>
          </ac:spMkLst>
        </pc:spChg>
        <pc:spChg chg="add del">
          <ac:chgData name="Uwitonze Pacific" userId="94f14c05aa9a1c9a" providerId="Windows Live" clId="Web-{FE75ECCE-36BA-412E-B33A-7B4CDADAAD8A}" dt="2025-12-07T12:42:33.578" v="88"/>
          <ac:spMkLst>
            <pc:docMk/>
            <pc:sldMk cId="2813852394" sldId="343"/>
            <ac:spMk id="42" creationId="{1E94681D-2A4C-4A8D-B9B5-31D440D0328D}"/>
          </ac:spMkLst>
        </pc:spChg>
        <pc:spChg chg="add del">
          <ac:chgData name="Uwitonze Pacific" userId="94f14c05aa9a1c9a" providerId="Windows Live" clId="Web-{FE75ECCE-36BA-412E-B33A-7B4CDADAAD8A}" dt="2025-12-07T12:42:33.578" v="88"/>
          <ac:spMkLst>
            <pc:docMk/>
            <pc:sldMk cId="2813852394" sldId="343"/>
            <ac:spMk id="44" creationId="{04B7AC44-1B7B-4F09-9AA4-3DFDEC5751A8}"/>
          </ac:spMkLst>
        </pc:spChg>
        <pc:spChg chg="add del">
          <ac:chgData name="Uwitonze Pacific" userId="94f14c05aa9a1c9a" providerId="Windows Live" clId="Web-{FE75ECCE-36BA-412E-B33A-7B4CDADAAD8A}" dt="2025-12-07T12:42:33.578" v="88"/>
          <ac:spMkLst>
            <pc:docMk/>
            <pc:sldMk cId="2813852394" sldId="343"/>
            <ac:spMk id="46" creationId="{6683E473-94FF-4ACE-9433-1F14799E8907}"/>
          </ac:spMkLst>
        </pc:spChg>
        <pc:spChg chg="add">
          <ac:chgData name="Uwitonze Pacific" userId="94f14c05aa9a1c9a" providerId="Windows Live" clId="Web-{FE75ECCE-36BA-412E-B33A-7B4CDADAAD8A}" dt="2025-12-07T12:36:21.432" v="56"/>
          <ac:spMkLst>
            <pc:docMk/>
            <pc:sldMk cId="2813852394" sldId="343"/>
            <ac:spMk id="48" creationId="{0BBB6B01-5B73-410C-B70E-8CF2FA470D11}"/>
          </ac:spMkLst>
        </pc:spChg>
        <pc:spChg chg="add del">
          <ac:chgData name="Uwitonze Pacific" userId="94f14c05aa9a1c9a" providerId="Windows Live" clId="Web-{FE75ECCE-36BA-412E-B33A-7B4CDADAAD8A}" dt="2025-12-07T12:42:33.578" v="88"/>
          <ac:spMkLst>
            <pc:docMk/>
            <pc:sldMk cId="2813852394" sldId="343"/>
            <ac:spMk id="50" creationId="{8712F587-12D0-435C-8E3F-F44C36EE71B8}"/>
          </ac:spMkLst>
        </pc:spChg>
        <pc:spChg chg="add">
          <ac:chgData name="Uwitonze Pacific" userId="94f14c05aa9a1c9a" providerId="Windows Live" clId="Web-{FE75ECCE-36BA-412E-B33A-7B4CDADAAD8A}" dt="2025-12-07T12:42:33.578" v="88"/>
          <ac:spMkLst>
            <pc:docMk/>
            <pc:sldMk cId="2813852394" sldId="343"/>
            <ac:spMk id="55" creationId="{1E94681D-2A4C-4A8D-B9B5-31D440D0328D}"/>
          </ac:spMkLst>
        </pc:spChg>
        <pc:spChg chg="add">
          <ac:chgData name="Uwitonze Pacific" userId="94f14c05aa9a1c9a" providerId="Windows Live" clId="Web-{FE75ECCE-36BA-412E-B33A-7B4CDADAAD8A}" dt="2025-12-07T12:42:33.578" v="88"/>
          <ac:spMkLst>
            <pc:docMk/>
            <pc:sldMk cId="2813852394" sldId="343"/>
            <ac:spMk id="57" creationId="{FB65ABA3-820C-4D75-9437-9EFA1ADFE134}"/>
          </ac:spMkLst>
        </pc:spChg>
        <pc:spChg chg="add">
          <ac:chgData name="Uwitonze Pacific" userId="94f14c05aa9a1c9a" providerId="Windows Live" clId="Web-{FE75ECCE-36BA-412E-B33A-7B4CDADAAD8A}" dt="2025-12-07T12:42:33.578" v="88"/>
          <ac:spMkLst>
            <pc:docMk/>
            <pc:sldMk cId="2813852394" sldId="343"/>
            <ac:spMk id="59" creationId="{036BF2FB-90D8-48DB-BD34-D040CDCFF208}"/>
          </ac:spMkLst>
        </pc:spChg>
        <pc:spChg chg="add">
          <ac:chgData name="Uwitonze Pacific" userId="94f14c05aa9a1c9a" providerId="Windows Live" clId="Web-{FE75ECCE-36BA-412E-B33A-7B4CDADAAD8A}" dt="2025-12-07T12:42:33.578" v="88"/>
          <ac:spMkLst>
            <pc:docMk/>
            <pc:sldMk cId="2813852394" sldId="343"/>
            <ac:spMk id="63" creationId="{2853AE55-7E35-44B0-89F1-3F52B262AF33}"/>
          </ac:spMkLst>
        </pc:spChg>
        <pc:spChg chg="add">
          <ac:chgData name="Uwitonze Pacific" userId="94f14c05aa9a1c9a" providerId="Windows Live" clId="Web-{FE75ECCE-36BA-412E-B33A-7B4CDADAAD8A}" dt="2025-12-07T12:42:33.578" v="88"/>
          <ac:spMkLst>
            <pc:docMk/>
            <pc:sldMk cId="2813852394" sldId="343"/>
            <ac:spMk id="65" creationId="{DBC4BE4D-4B50-4F51-9F85-4B5D60B02D81}"/>
          </ac:spMkLst>
        </pc:spChg>
        <pc:picChg chg="mod">
          <ac:chgData name="Uwitonze Pacific" userId="94f14c05aa9a1c9a" providerId="Windows Live" clId="Web-{FE75ECCE-36BA-412E-B33A-7B4CDADAAD8A}" dt="2025-12-07T12:42:26.578" v="87"/>
          <ac:picMkLst>
            <pc:docMk/>
            <pc:sldMk cId="2813852394" sldId="343"/>
            <ac:picMk id="11" creationId="{07E4E54E-4502-00A8-EBE6-5B4DEB5B3CBC}"/>
          </ac:picMkLst>
        </pc:picChg>
      </pc:sldChg>
      <pc:sldChg chg="addSp modSp mod setBg">
        <pc:chgData name="Uwitonze Pacific" userId="94f14c05aa9a1c9a" providerId="Windows Live" clId="Web-{FE75ECCE-36BA-412E-B33A-7B4CDADAAD8A}" dt="2025-12-07T12:44:05.177" v="90"/>
        <pc:sldMkLst>
          <pc:docMk/>
          <pc:sldMk cId="2687017721" sldId="344"/>
        </pc:sldMkLst>
        <pc:spChg chg="mod ord">
          <ac:chgData name="Uwitonze Pacific" userId="94f14c05aa9a1c9a" providerId="Windows Live" clId="Web-{FE75ECCE-36BA-412E-B33A-7B4CDADAAD8A}" dt="2025-12-07T12:44:05.177" v="90"/>
          <ac:spMkLst>
            <pc:docMk/>
            <pc:sldMk cId="2687017721" sldId="344"/>
            <ac:spMk id="2" creationId="{A5682BBD-B6D2-B99D-3A91-65161441A481}"/>
          </ac:spMkLst>
        </pc:spChg>
        <pc:spChg chg="mod">
          <ac:chgData name="Uwitonze Pacific" userId="94f14c05aa9a1c9a" providerId="Windows Live" clId="Web-{FE75ECCE-36BA-412E-B33A-7B4CDADAAD8A}" dt="2025-12-07T12:44:05.177" v="90"/>
          <ac:spMkLst>
            <pc:docMk/>
            <pc:sldMk cId="2687017721" sldId="344"/>
            <ac:spMk id="37" creationId="{9257F473-CD27-64A1-D371-07BD0B329F70}"/>
          </ac:spMkLst>
        </pc:spChg>
        <pc:spChg chg="add">
          <ac:chgData name="Uwitonze Pacific" userId="94f14c05aa9a1c9a" providerId="Windows Live" clId="Web-{FE75ECCE-36BA-412E-B33A-7B4CDADAAD8A}" dt="2025-12-07T12:44:05.177" v="90"/>
          <ac:spMkLst>
            <pc:docMk/>
            <pc:sldMk cId="2687017721" sldId="344"/>
            <ac:spMk id="42" creationId="{1E94681D-2A4C-4A8D-B9B5-31D440D0328D}"/>
          </ac:spMkLst>
        </pc:spChg>
        <pc:spChg chg="add">
          <ac:chgData name="Uwitonze Pacific" userId="94f14c05aa9a1c9a" providerId="Windows Live" clId="Web-{FE75ECCE-36BA-412E-B33A-7B4CDADAAD8A}" dt="2025-12-07T12:44:05.177" v="90"/>
          <ac:spMkLst>
            <pc:docMk/>
            <pc:sldMk cId="2687017721" sldId="344"/>
            <ac:spMk id="44" creationId="{04B7AC44-1B7B-4F09-9AA4-3DFDEC5751A8}"/>
          </ac:spMkLst>
        </pc:spChg>
        <pc:spChg chg="add">
          <ac:chgData name="Uwitonze Pacific" userId="94f14c05aa9a1c9a" providerId="Windows Live" clId="Web-{FE75ECCE-36BA-412E-B33A-7B4CDADAAD8A}" dt="2025-12-07T12:44:05.177" v="90"/>
          <ac:spMkLst>
            <pc:docMk/>
            <pc:sldMk cId="2687017721" sldId="344"/>
            <ac:spMk id="46" creationId="{6683E473-94FF-4ACE-9433-1F14799E8907}"/>
          </ac:spMkLst>
        </pc:spChg>
        <pc:spChg chg="add">
          <ac:chgData name="Uwitonze Pacific" userId="94f14c05aa9a1c9a" providerId="Windows Live" clId="Web-{FE75ECCE-36BA-412E-B33A-7B4CDADAAD8A}" dt="2025-12-07T12:44:05.177" v="90"/>
          <ac:spMkLst>
            <pc:docMk/>
            <pc:sldMk cId="2687017721" sldId="344"/>
            <ac:spMk id="48" creationId="{B6EE7E08-B389-43E5-B019-1B0A8ACBBD93}"/>
          </ac:spMkLst>
        </pc:spChg>
        <pc:spChg chg="add">
          <ac:chgData name="Uwitonze Pacific" userId="94f14c05aa9a1c9a" providerId="Windows Live" clId="Web-{FE75ECCE-36BA-412E-B33A-7B4CDADAAD8A}" dt="2025-12-07T12:44:05.177" v="90"/>
          <ac:spMkLst>
            <pc:docMk/>
            <pc:sldMk cId="2687017721" sldId="344"/>
            <ac:spMk id="50" creationId="{E60D94A5-8A09-4BAB-8F7C-69BC34C54DDE}"/>
          </ac:spMkLst>
        </pc:spChg>
        <pc:spChg chg="add">
          <ac:chgData name="Uwitonze Pacific" userId="94f14c05aa9a1c9a" providerId="Windows Live" clId="Web-{FE75ECCE-36BA-412E-B33A-7B4CDADAAD8A}" dt="2025-12-07T12:44:05.177" v="90"/>
          <ac:spMkLst>
            <pc:docMk/>
            <pc:sldMk cId="2687017721" sldId="344"/>
            <ac:spMk id="52" creationId="{7A1AE32B-3A6E-4C5E-8FEB-73861B9A26B5}"/>
          </ac:spMkLst>
        </pc:spChg>
        <pc:picChg chg="mod">
          <ac:chgData name="Uwitonze Pacific" userId="94f14c05aa9a1c9a" providerId="Windows Live" clId="Web-{FE75ECCE-36BA-412E-B33A-7B4CDADAAD8A}" dt="2025-12-07T12:44:05.177" v="90"/>
          <ac:picMkLst>
            <pc:docMk/>
            <pc:sldMk cId="2687017721" sldId="344"/>
            <ac:picMk id="11" creationId="{E87AE04F-8851-23B3-C138-38CF15C5E561}"/>
          </ac:picMkLst>
        </pc:picChg>
      </pc:sldChg>
      <pc:sldChg chg="addSp delSp modSp mod setBg">
        <pc:chgData name="Uwitonze Pacific" userId="94f14c05aa9a1c9a" providerId="Windows Live" clId="Web-{FE75ECCE-36BA-412E-B33A-7B4CDADAAD8A}" dt="2025-12-07T12:44:24.538" v="91"/>
        <pc:sldMkLst>
          <pc:docMk/>
          <pc:sldMk cId="159221639" sldId="345"/>
        </pc:sldMkLst>
        <pc:spChg chg="mod">
          <ac:chgData name="Uwitonze Pacific" userId="94f14c05aa9a1c9a" providerId="Windows Live" clId="Web-{FE75ECCE-36BA-412E-B33A-7B4CDADAAD8A}" dt="2025-12-07T11:32:34.994" v="1"/>
          <ac:spMkLst>
            <pc:docMk/>
            <pc:sldMk cId="159221639" sldId="345"/>
            <ac:spMk id="2" creationId="{ACC5DDD6-CE5B-5487-E43C-2EA7091E2F54}"/>
          </ac:spMkLst>
        </pc:spChg>
        <pc:spChg chg="mod">
          <ac:chgData name="Uwitonze Pacific" userId="94f14c05aa9a1c9a" providerId="Windows Live" clId="Web-{FE75ECCE-36BA-412E-B33A-7B4CDADAAD8A}" dt="2025-12-07T11:32:34.994" v="1"/>
          <ac:spMkLst>
            <pc:docMk/>
            <pc:sldMk cId="159221639" sldId="345"/>
            <ac:spMk id="37" creationId="{A5CD5889-1D2F-B21C-F9EE-2D4B087C415D}"/>
          </ac:spMkLst>
        </pc:spChg>
        <pc:spChg chg="add del">
          <ac:chgData name="Uwitonze Pacific" userId="94f14c05aa9a1c9a" providerId="Windows Live" clId="Web-{FE75ECCE-36BA-412E-B33A-7B4CDADAAD8A}" dt="2025-12-07T12:44:24.538" v="91"/>
          <ac:spMkLst>
            <pc:docMk/>
            <pc:sldMk cId="159221639" sldId="345"/>
            <ac:spMk id="42" creationId="{1E94681D-2A4C-4A8D-B9B5-31D440D0328D}"/>
          </ac:spMkLst>
        </pc:spChg>
        <pc:spChg chg="add del">
          <ac:chgData name="Uwitonze Pacific" userId="94f14c05aa9a1c9a" providerId="Windows Live" clId="Web-{FE75ECCE-36BA-412E-B33A-7B4CDADAAD8A}" dt="2025-12-07T12:44:24.538" v="91"/>
          <ac:spMkLst>
            <pc:docMk/>
            <pc:sldMk cId="159221639" sldId="345"/>
            <ac:spMk id="44" creationId="{04B7AC44-1B7B-4F09-9AA4-3DFDEC5751A8}"/>
          </ac:spMkLst>
        </pc:spChg>
        <pc:spChg chg="add del">
          <ac:chgData name="Uwitonze Pacific" userId="94f14c05aa9a1c9a" providerId="Windows Live" clId="Web-{FE75ECCE-36BA-412E-B33A-7B4CDADAAD8A}" dt="2025-12-07T12:44:24.538" v="91"/>
          <ac:spMkLst>
            <pc:docMk/>
            <pc:sldMk cId="159221639" sldId="345"/>
            <ac:spMk id="46" creationId="{6683E473-94FF-4ACE-9433-1F14799E8907}"/>
          </ac:spMkLst>
        </pc:spChg>
        <pc:spChg chg="add del">
          <ac:chgData name="Uwitonze Pacific" userId="94f14c05aa9a1c9a" providerId="Windows Live" clId="Web-{FE75ECCE-36BA-412E-B33A-7B4CDADAAD8A}" dt="2025-12-07T12:44:24.538" v="91"/>
          <ac:spMkLst>
            <pc:docMk/>
            <pc:sldMk cId="159221639" sldId="345"/>
            <ac:spMk id="48" creationId="{0BBB6B01-5B73-410C-B70E-8CF2FA470D11}"/>
          </ac:spMkLst>
        </pc:spChg>
        <pc:spChg chg="add del">
          <ac:chgData name="Uwitonze Pacific" userId="94f14c05aa9a1c9a" providerId="Windows Live" clId="Web-{FE75ECCE-36BA-412E-B33A-7B4CDADAAD8A}" dt="2025-12-07T12:44:24.538" v="91"/>
          <ac:spMkLst>
            <pc:docMk/>
            <pc:sldMk cId="159221639" sldId="345"/>
            <ac:spMk id="50" creationId="{8712F587-12D0-435C-8E3F-F44C36EE71B8}"/>
          </ac:spMkLst>
        </pc:spChg>
        <pc:spChg chg="add">
          <ac:chgData name="Uwitonze Pacific" userId="94f14c05aa9a1c9a" providerId="Windows Live" clId="Web-{FE75ECCE-36BA-412E-B33A-7B4CDADAAD8A}" dt="2025-12-07T12:44:24.538" v="91"/>
          <ac:spMkLst>
            <pc:docMk/>
            <pc:sldMk cId="159221639" sldId="345"/>
            <ac:spMk id="55" creationId="{1E94681D-2A4C-4A8D-B9B5-31D440D0328D}"/>
          </ac:spMkLst>
        </pc:spChg>
        <pc:spChg chg="add">
          <ac:chgData name="Uwitonze Pacific" userId="94f14c05aa9a1c9a" providerId="Windows Live" clId="Web-{FE75ECCE-36BA-412E-B33A-7B4CDADAAD8A}" dt="2025-12-07T12:44:24.538" v="91"/>
          <ac:spMkLst>
            <pc:docMk/>
            <pc:sldMk cId="159221639" sldId="345"/>
            <ac:spMk id="57" creationId="{04B7AC44-1B7B-4F09-9AA4-3DFDEC5751A8}"/>
          </ac:spMkLst>
        </pc:spChg>
        <pc:spChg chg="add">
          <ac:chgData name="Uwitonze Pacific" userId="94f14c05aa9a1c9a" providerId="Windows Live" clId="Web-{FE75ECCE-36BA-412E-B33A-7B4CDADAAD8A}" dt="2025-12-07T12:44:24.538" v="91"/>
          <ac:spMkLst>
            <pc:docMk/>
            <pc:sldMk cId="159221639" sldId="345"/>
            <ac:spMk id="59" creationId="{6683E473-94FF-4ACE-9433-1F14799E8907}"/>
          </ac:spMkLst>
        </pc:spChg>
        <pc:spChg chg="add">
          <ac:chgData name="Uwitonze Pacific" userId="94f14c05aa9a1c9a" providerId="Windows Live" clId="Web-{FE75ECCE-36BA-412E-B33A-7B4CDADAAD8A}" dt="2025-12-07T12:44:24.538" v="91"/>
          <ac:spMkLst>
            <pc:docMk/>
            <pc:sldMk cId="159221639" sldId="345"/>
            <ac:spMk id="61" creationId="{0BBB6B01-5B73-410C-B70E-8CF2FA470D11}"/>
          </ac:spMkLst>
        </pc:spChg>
        <pc:spChg chg="add">
          <ac:chgData name="Uwitonze Pacific" userId="94f14c05aa9a1c9a" providerId="Windows Live" clId="Web-{FE75ECCE-36BA-412E-B33A-7B4CDADAAD8A}" dt="2025-12-07T12:44:24.538" v="91"/>
          <ac:spMkLst>
            <pc:docMk/>
            <pc:sldMk cId="159221639" sldId="345"/>
            <ac:spMk id="63" creationId="{8712F587-12D0-435C-8E3F-F44C36EE71B8}"/>
          </ac:spMkLst>
        </pc:spChg>
        <pc:picChg chg="mod">
          <ac:chgData name="Uwitonze Pacific" userId="94f14c05aa9a1c9a" providerId="Windows Live" clId="Web-{FE75ECCE-36BA-412E-B33A-7B4CDADAAD8A}" dt="2025-12-07T11:32:34.994" v="1"/>
          <ac:picMkLst>
            <pc:docMk/>
            <pc:sldMk cId="159221639" sldId="345"/>
            <ac:picMk id="11" creationId="{669269A6-92A3-B952-D350-62397533AEE7}"/>
          </ac:picMkLst>
        </pc:picChg>
      </pc:sldChg>
      <pc:sldChg chg="del">
        <pc:chgData name="Uwitonze Pacific" userId="94f14c05aa9a1c9a" providerId="Windows Live" clId="Web-{FE75ECCE-36BA-412E-B33A-7B4CDADAAD8A}" dt="2025-12-07T11:40:44.952" v="16"/>
        <pc:sldMkLst>
          <pc:docMk/>
          <pc:sldMk cId="2708122937" sldId="346"/>
        </pc:sldMkLst>
      </pc:sldChg>
      <pc:sldChg chg="del">
        <pc:chgData name="Uwitonze Pacific" userId="94f14c05aa9a1c9a" providerId="Windows Live" clId="Web-{FE75ECCE-36BA-412E-B33A-7B4CDADAAD8A}" dt="2025-12-07T11:44:25.117" v="40"/>
        <pc:sldMkLst>
          <pc:docMk/>
          <pc:sldMk cId="3189306417" sldId="347"/>
        </pc:sldMkLst>
      </pc:sldChg>
      <pc:sldChg chg="addSp delSp modSp mod setBg">
        <pc:chgData name="Uwitonze Pacific" userId="94f14c05aa9a1c9a" providerId="Windows Live" clId="Web-{FE75ECCE-36BA-412E-B33A-7B4CDADAAD8A}" dt="2025-12-07T12:46:28.313" v="104"/>
        <pc:sldMkLst>
          <pc:docMk/>
          <pc:sldMk cId="1470223518" sldId="348"/>
        </pc:sldMkLst>
        <pc:spChg chg="mod ord">
          <ac:chgData name="Uwitonze Pacific" userId="94f14c05aa9a1c9a" providerId="Windows Live" clId="Web-{FE75ECCE-36BA-412E-B33A-7B4CDADAAD8A}" dt="2025-12-07T12:46:28.313" v="104"/>
          <ac:spMkLst>
            <pc:docMk/>
            <pc:sldMk cId="1470223518" sldId="348"/>
            <ac:spMk id="2" creationId="{537F1E22-7909-C4FB-5856-4C7411512052}"/>
          </ac:spMkLst>
        </pc:spChg>
        <pc:spChg chg="mod">
          <ac:chgData name="Uwitonze Pacific" userId="94f14c05aa9a1c9a" providerId="Windows Live" clId="Web-{FE75ECCE-36BA-412E-B33A-7B4CDADAAD8A}" dt="2025-12-07T12:46:28.313" v="104"/>
          <ac:spMkLst>
            <pc:docMk/>
            <pc:sldMk cId="1470223518" sldId="348"/>
            <ac:spMk id="37" creationId="{77ACF206-8B46-5B26-FC5C-DDFB8F24044A}"/>
          </ac:spMkLst>
        </pc:spChg>
        <pc:spChg chg="add">
          <ac:chgData name="Uwitonze Pacific" userId="94f14c05aa9a1c9a" providerId="Windows Live" clId="Web-{FE75ECCE-36BA-412E-B33A-7B4CDADAAD8A}" dt="2025-12-07T12:45:43.888" v="94"/>
          <ac:spMkLst>
            <pc:docMk/>
            <pc:sldMk cId="1470223518" sldId="348"/>
            <ac:spMk id="42" creationId="{1E94681D-2A4C-4A8D-B9B5-31D440D0328D}"/>
          </ac:spMkLst>
        </pc:spChg>
        <pc:spChg chg="add del">
          <ac:chgData name="Uwitonze Pacific" userId="94f14c05aa9a1c9a" providerId="Windows Live" clId="Web-{FE75ECCE-36BA-412E-B33A-7B4CDADAAD8A}" dt="2025-12-07T12:46:28.313" v="104"/>
          <ac:spMkLst>
            <pc:docMk/>
            <pc:sldMk cId="1470223518" sldId="348"/>
            <ac:spMk id="44" creationId="{FB65ABA3-820C-4D75-9437-9EFA1ADFE134}"/>
          </ac:spMkLst>
        </pc:spChg>
        <pc:spChg chg="add">
          <ac:chgData name="Uwitonze Pacific" userId="94f14c05aa9a1c9a" providerId="Windows Live" clId="Web-{FE75ECCE-36BA-412E-B33A-7B4CDADAAD8A}" dt="2025-12-07T12:45:43.888" v="94"/>
          <ac:spMkLst>
            <pc:docMk/>
            <pc:sldMk cId="1470223518" sldId="348"/>
            <ac:spMk id="46" creationId="{036BF2FB-90D8-48DB-BD34-D040CDCFF208}"/>
          </ac:spMkLst>
        </pc:spChg>
        <pc:spChg chg="add del">
          <ac:chgData name="Uwitonze Pacific" userId="94f14c05aa9a1c9a" providerId="Windows Live" clId="Web-{FE75ECCE-36BA-412E-B33A-7B4CDADAAD8A}" dt="2025-12-07T12:46:28.313" v="104"/>
          <ac:spMkLst>
            <pc:docMk/>
            <pc:sldMk cId="1470223518" sldId="348"/>
            <ac:spMk id="48" creationId="{78632963-757B-40C2-BB84-FC6107A54DAD}"/>
          </ac:spMkLst>
        </pc:spChg>
        <pc:spChg chg="add del">
          <ac:chgData name="Uwitonze Pacific" userId="94f14c05aa9a1c9a" providerId="Windows Live" clId="Web-{FE75ECCE-36BA-412E-B33A-7B4CDADAAD8A}" dt="2025-12-07T12:46:28.313" v="104"/>
          <ac:spMkLst>
            <pc:docMk/>
            <pc:sldMk cId="1470223518" sldId="348"/>
            <ac:spMk id="50" creationId="{EE0D13DB-D099-4541-888D-DE0186F1C8F0}"/>
          </ac:spMkLst>
        </pc:spChg>
        <pc:spChg chg="add del">
          <ac:chgData name="Uwitonze Pacific" userId="94f14c05aa9a1c9a" providerId="Windows Live" clId="Web-{FE75ECCE-36BA-412E-B33A-7B4CDADAAD8A}" dt="2025-12-07T12:46:28.313" v="104"/>
          <ac:spMkLst>
            <pc:docMk/>
            <pc:sldMk cId="1470223518" sldId="348"/>
            <ac:spMk id="52" creationId="{2853AE55-7E35-44B0-89F1-3F52B262AF33}"/>
          </ac:spMkLst>
        </pc:spChg>
        <pc:spChg chg="add">
          <ac:chgData name="Uwitonze Pacific" userId="94f14c05aa9a1c9a" providerId="Windows Live" clId="Web-{FE75ECCE-36BA-412E-B33A-7B4CDADAAD8A}" dt="2025-12-07T12:45:43.888" v="94"/>
          <ac:spMkLst>
            <pc:docMk/>
            <pc:sldMk cId="1470223518" sldId="348"/>
            <ac:spMk id="54" creationId="{DBC4BE4D-4B50-4F51-9F85-4B5D60B02D81}"/>
          </ac:spMkLst>
        </pc:spChg>
        <pc:spChg chg="add">
          <ac:chgData name="Uwitonze Pacific" userId="94f14c05aa9a1c9a" providerId="Windows Live" clId="Web-{FE75ECCE-36BA-412E-B33A-7B4CDADAAD8A}" dt="2025-12-07T12:46:28.313" v="104"/>
          <ac:spMkLst>
            <pc:docMk/>
            <pc:sldMk cId="1470223518" sldId="348"/>
            <ac:spMk id="59" creationId="{1E94681D-2A4C-4A8D-B9B5-31D440D0328D}"/>
          </ac:spMkLst>
        </pc:spChg>
        <pc:spChg chg="add">
          <ac:chgData name="Uwitonze Pacific" userId="94f14c05aa9a1c9a" providerId="Windows Live" clId="Web-{FE75ECCE-36BA-412E-B33A-7B4CDADAAD8A}" dt="2025-12-07T12:46:28.313" v="104"/>
          <ac:spMkLst>
            <pc:docMk/>
            <pc:sldMk cId="1470223518" sldId="348"/>
            <ac:spMk id="61" creationId="{04B7AC44-1B7B-4F09-9AA4-3DFDEC5751A8}"/>
          </ac:spMkLst>
        </pc:spChg>
        <pc:spChg chg="add">
          <ac:chgData name="Uwitonze Pacific" userId="94f14c05aa9a1c9a" providerId="Windows Live" clId="Web-{FE75ECCE-36BA-412E-B33A-7B4CDADAAD8A}" dt="2025-12-07T12:46:28.313" v="104"/>
          <ac:spMkLst>
            <pc:docMk/>
            <pc:sldMk cId="1470223518" sldId="348"/>
            <ac:spMk id="63" creationId="{6683E473-94FF-4ACE-9433-1F14799E8907}"/>
          </ac:spMkLst>
        </pc:spChg>
        <pc:spChg chg="add">
          <ac:chgData name="Uwitonze Pacific" userId="94f14c05aa9a1c9a" providerId="Windows Live" clId="Web-{FE75ECCE-36BA-412E-B33A-7B4CDADAAD8A}" dt="2025-12-07T12:46:28.313" v="104"/>
          <ac:spMkLst>
            <pc:docMk/>
            <pc:sldMk cId="1470223518" sldId="348"/>
            <ac:spMk id="67" creationId="{8712F587-12D0-435C-8E3F-F44C36EE71B8}"/>
          </ac:spMkLst>
        </pc:spChg>
        <pc:picChg chg="mod">
          <ac:chgData name="Uwitonze Pacific" userId="94f14c05aa9a1c9a" providerId="Windows Live" clId="Web-{FE75ECCE-36BA-412E-B33A-7B4CDADAAD8A}" dt="2025-12-07T12:46:10.312" v="103"/>
          <ac:picMkLst>
            <pc:docMk/>
            <pc:sldMk cId="1470223518" sldId="348"/>
            <ac:picMk id="11" creationId="{FBA6D5B5-1365-0040-A05D-185FAF3EC029}"/>
          </ac:picMkLst>
        </pc:picChg>
      </pc:sldChg>
      <pc:sldChg chg="addSp modSp mod setBg">
        <pc:chgData name="Uwitonze Pacific" userId="94f14c05aa9a1c9a" providerId="Windows Live" clId="Web-{FE75ECCE-36BA-412E-B33A-7B4CDADAAD8A}" dt="2025-12-07T12:47:25.723" v="106"/>
        <pc:sldMkLst>
          <pc:docMk/>
          <pc:sldMk cId="1094413396" sldId="349"/>
        </pc:sldMkLst>
        <pc:spChg chg="mod">
          <ac:chgData name="Uwitonze Pacific" userId="94f14c05aa9a1c9a" providerId="Windows Live" clId="Web-{FE75ECCE-36BA-412E-B33A-7B4CDADAAD8A}" dt="2025-12-07T12:47:25.723" v="106"/>
          <ac:spMkLst>
            <pc:docMk/>
            <pc:sldMk cId="1094413396" sldId="349"/>
            <ac:spMk id="2" creationId="{52C998D2-A757-18CA-5AB7-3FAC869BC7FF}"/>
          </ac:spMkLst>
        </pc:spChg>
        <pc:spChg chg="mod">
          <ac:chgData name="Uwitonze Pacific" userId="94f14c05aa9a1c9a" providerId="Windows Live" clId="Web-{FE75ECCE-36BA-412E-B33A-7B4CDADAAD8A}" dt="2025-12-07T12:47:25.723" v="106"/>
          <ac:spMkLst>
            <pc:docMk/>
            <pc:sldMk cId="1094413396" sldId="349"/>
            <ac:spMk id="37" creationId="{78E5BAF9-3B95-1969-FC40-BF7E5505E7A1}"/>
          </ac:spMkLst>
        </pc:spChg>
        <pc:spChg chg="add">
          <ac:chgData name="Uwitonze Pacific" userId="94f14c05aa9a1c9a" providerId="Windows Live" clId="Web-{FE75ECCE-36BA-412E-B33A-7B4CDADAAD8A}" dt="2025-12-07T12:47:25.723" v="106"/>
          <ac:spMkLst>
            <pc:docMk/>
            <pc:sldMk cId="1094413396" sldId="349"/>
            <ac:spMk id="42" creationId="{1E94681D-2A4C-4A8D-B9B5-31D440D0328D}"/>
          </ac:spMkLst>
        </pc:spChg>
        <pc:spChg chg="add">
          <ac:chgData name="Uwitonze Pacific" userId="94f14c05aa9a1c9a" providerId="Windows Live" clId="Web-{FE75ECCE-36BA-412E-B33A-7B4CDADAAD8A}" dt="2025-12-07T12:47:25.723" v="106"/>
          <ac:spMkLst>
            <pc:docMk/>
            <pc:sldMk cId="1094413396" sldId="349"/>
            <ac:spMk id="44" creationId="{04B7AC44-1B7B-4F09-9AA4-3DFDEC5751A8}"/>
          </ac:spMkLst>
        </pc:spChg>
        <pc:spChg chg="add">
          <ac:chgData name="Uwitonze Pacific" userId="94f14c05aa9a1c9a" providerId="Windows Live" clId="Web-{FE75ECCE-36BA-412E-B33A-7B4CDADAAD8A}" dt="2025-12-07T12:47:25.723" v="106"/>
          <ac:spMkLst>
            <pc:docMk/>
            <pc:sldMk cId="1094413396" sldId="349"/>
            <ac:spMk id="46" creationId="{6683E473-94FF-4ACE-9433-1F14799E8907}"/>
          </ac:spMkLst>
        </pc:spChg>
        <pc:spChg chg="add">
          <ac:chgData name="Uwitonze Pacific" userId="94f14c05aa9a1c9a" providerId="Windows Live" clId="Web-{FE75ECCE-36BA-412E-B33A-7B4CDADAAD8A}" dt="2025-12-07T12:47:25.723" v="106"/>
          <ac:spMkLst>
            <pc:docMk/>
            <pc:sldMk cId="1094413396" sldId="349"/>
            <ac:spMk id="48" creationId="{0BBB6B01-5B73-410C-B70E-8CF2FA470D11}"/>
          </ac:spMkLst>
        </pc:spChg>
        <pc:spChg chg="add">
          <ac:chgData name="Uwitonze Pacific" userId="94f14c05aa9a1c9a" providerId="Windows Live" clId="Web-{FE75ECCE-36BA-412E-B33A-7B4CDADAAD8A}" dt="2025-12-07T12:47:25.723" v="106"/>
          <ac:spMkLst>
            <pc:docMk/>
            <pc:sldMk cId="1094413396" sldId="349"/>
            <ac:spMk id="50" creationId="{8712F587-12D0-435C-8E3F-F44C36EE71B8}"/>
          </ac:spMkLst>
        </pc:spChg>
        <pc:picChg chg="mod">
          <ac:chgData name="Uwitonze Pacific" userId="94f14c05aa9a1c9a" providerId="Windows Live" clId="Web-{FE75ECCE-36BA-412E-B33A-7B4CDADAAD8A}" dt="2025-12-07T12:47:25.723" v="106"/>
          <ac:picMkLst>
            <pc:docMk/>
            <pc:sldMk cId="1094413396" sldId="349"/>
            <ac:picMk id="11" creationId="{2D028698-FBFD-9009-CA10-1D252D4BC1DC}"/>
          </ac:picMkLst>
        </pc:picChg>
      </pc:sldChg>
      <pc:sldChg chg="addSp delSp modSp add replId">
        <pc:chgData name="Uwitonze Pacific" userId="94f14c05aa9a1c9a" providerId="Windows Live" clId="Web-{FE75ECCE-36BA-412E-B33A-7B4CDADAAD8A}" dt="2025-12-07T11:37:00.046" v="7"/>
        <pc:sldMkLst>
          <pc:docMk/>
          <pc:sldMk cId="4140351952" sldId="350"/>
        </pc:sldMkLst>
        <pc:spChg chg="mod">
          <ac:chgData name="Uwitonze Pacific" userId="94f14c05aa9a1c9a" providerId="Windows Live" clId="Web-{FE75ECCE-36BA-412E-B33A-7B4CDADAAD8A}" dt="2025-12-07T11:37:00.046" v="7"/>
          <ac:spMkLst>
            <pc:docMk/>
            <pc:sldMk cId="4140351952" sldId="350"/>
            <ac:spMk id="2" creationId="{6CADAA65-D24C-C5E3-E1BC-48ED5F81021F}"/>
          </ac:spMkLst>
        </pc:spChg>
        <pc:spChg chg="mod">
          <ac:chgData name="Uwitonze Pacific" userId="94f14c05aa9a1c9a" providerId="Windows Live" clId="Web-{FE75ECCE-36BA-412E-B33A-7B4CDADAAD8A}" dt="2025-12-07T11:37:00.046" v="7"/>
          <ac:spMkLst>
            <pc:docMk/>
            <pc:sldMk cId="4140351952" sldId="350"/>
            <ac:spMk id="37" creationId="{84EC885A-6F5D-744D-CD77-9F55C1BFE0F2}"/>
          </ac:spMkLst>
        </pc:spChg>
        <pc:spChg chg="del">
          <ac:chgData name="Uwitonze Pacific" userId="94f14c05aa9a1c9a" providerId="Windows Live" clId="Web-{FE75ECCE-36BA-412E-B33A-7B4CDADAAD8A}" dt="2025-12-07T11:37:00.046" v="7"/>
          <ac:spMkLst>
            <pc:docMk/>
            <pc:sldMk cId="4140351952" sldId="350"/>
            <ac:spMk id="42" creationId="{B20C9200-4A0D-A930-D61D-7808D2DD7CD5}"/>
          </ac:spMkLst>
        </pc:spChg>
        <pc:spChg chg="del">
          <ac:chgData name="Uwitonze Pacific" userId="94f14c05aa9a1c9a" providerId="Windows Live" clId="Web-{FE75ECCE-36BA-412E-B33A-7B4CDADAAD8A}" dt="2025-12-07T11:37:00.046" v="7"/>
          <ac:spMkLst>
            <pc:docMk/>
            <pc:sldMk cId="4140351952" sldId="350"/>
            <ac:spMk id="46" creationId="{68086FBE-E414-AA73-81AD-3A84932D91AA}"/>
          </ac:spMkLst>
        </pc:spChg>
        <pc:spChg chg="del">
          <ac:chgData name="Uwitonze Pacific" userId="94f14c05aa9a1c9a" providerId="Windows Live" clId="Web-{FE75ECCE-36BA-412E-B33A-7B4CDADAAD8A}" dt="2025-12-07T11:37:00.046" v="7"/>
          <ac:spMkLst>
            <pc:docMk/>
            <pc:sldMk cId="4140351952" sldId="350"/>
            <ac:spMk id="48" creationId="{EE083D03-7EB2-5F9E-999C-4271021BCBCB}"/>
          </ac:spMkLst>
        </pc:spChg>
        <pc:spChg chg="del">
          <ac:chgData name="Uwitonze Pacific" userId="94f14c05aa9a1c9a" providerId="Windows Live" clId="Web-{FE75ECCE-36BA-412E-B33A-7B4CDADAAD8A}" dt="2025-12-07T11:37:00.046" v="7"/>
          <ac:spMkLst>
            <pc:docMk/>
            <pc:sldMk cId="4140351952" sldId="350"/>
            <ac:spMk id="50" creationId="{4F99B25B-790D-2909-2DC9-C5CE31FE4A9F}"/>
          </ac:spMkLst>
        </pc:spChg>
        <pc:spChg chg="add">
          <ac:chgData name="Uwitonze Pacific" userId="94f14c05aa9a1c9a" providerId="Windows Live" clId="Web-{FE75ECCE-36BA-412E-B33A-7B4CDADAAD8A}" dt="2025-12-07T11:37:00.046" v="7"/>
          <ac:spMkLst>
            <pc:docMk/>
            <pc:sldMk cId="4140351952" sldId="350"/>
            <ac:spMk id="55" creationId="{1E94681D-2A4C-4A8D-B9B5-31D440D0328D}"/>
          </ac:spMkLst>
        </pc:spChg>
        <pc:spChg chg="add">
          <ac:chgData name="Uwitonze Pacific" userId="94f14c05aa9a1c9a" providerId="Windows Live" clId="Web-{FE75ECCE-36BA-412E-B33A-7B4CDADAAD8A}" dt="2025-12-07T11:37:00.046" v="7"/>
          <ac:spMkLst>
            <pc:docMk/>
            <pc:sldMk cId="4140351952" sldId="350"/>
            <ac:spMk id="59" creationId="{6683E473-94FF-4ACE-9433-1F14799E8907}"/>
          </ac:spMkLst>
        </pc:spChg>
        <pc:spChg chg="add">
          <ac:chgData name="Uwitonze Pacific" userId="94f14c05aa9a1c9a" providerId="Windows Live" clId="Web-{FE75ECCE-36BA-412E-B33A-7B4CDADAAD8A}" dt="2025-12-07T11:37:00.046" v="7"/>
          <ac:spMkLst>
            <pc:docMk/>
            <pc:sldMk cId="4140351952" sldId="350"/>
            <ac:spMk id="61" creationId="{0BBB6B01-5B73-410C-B70E-8CF2FA470D11}"/>
          </ac:spMkLst>
        </pc:spChg>
        <pc:spChg chg="add">
          <ac:chgData name="Uwitonze Pacific" userId="94f14c05aa9a1c9a" providerId="Windows Live" clId="Web-{FE75ECCE-36BA-412E-B33A-7B4CDADAAD8A}" dt="2025-12-07T11:37:00.046" v="7"/>
          <ac:spMkLst>
            <pc:docMk/>
            <pc:sldMk cId="4140351952" sldId="350"/>
            <ac:spMk id="63" creationId="{8712F587-12D0-435C-8E3F-F44C36EE71B8}"/>
          </ac:spMkLst>
        </pc:spChg>
        <pc:picChg chg="mod">
          <ac:chgData name="Uwitonze Pacific" userId="94f14c05aa9a1c9a" providerId="Windows Live" clId="Web-{FE75ECCE-36BA-412E-B33A-7B4CDADAAD8A}" dt="2025-12-07T11:36:23.748" v="3"/>
          <ac:picMkLst>
            <pc:docMk/>
            <pc:sldMk cId="4140351952" sldId="350"/>
            <ac:picMk id="11" creationId="{5CED91D4-CA03-6D2F-59A3-F88033374560}"/>
          </ac:picMkLst>
        </pc:picChg>
      </pc:sldChg>
      <pc:sldChg chg="addSp delSp modSp add mod replId setClrOvrMap">
        <pc:chgData name="Uwitonze Pacific" userId="94f14c05aa9a1c9a" providerId="Windows Live" clId="Web-{FE75ECCE-36BA-412E-B33A-7B4CDADAAD8A}" dt="2025-12-07T12:44:48.837" v="93"/>
        <pc:sldMkLst>
          <pc:docMk/>
          <pc:sldMk cId="2854169135" sldId="351"/>
        </pc:sldMkLst>
        <pc:spChg chg="mod">
          <ac:chgData name="Uwitonze Pacific" userId="94f14c05aa9a1c9a" providerId="Windows Live" clId="Web-{FE75ECCE-36BA-412E-B33A-7B4CDADAAD8A}" dt="2025-12-07T12:44:48.837" v="93"/>
          <ac:spMkLst>
            <pc:docMk/>
            <pc:sldMk cId="2854169135" sldId="351"/>
            <ac:spMk id="5" creationId="{2D5C725D-215D-59E4-19D9-2ED4C3A1C02E}"/>
          </ac:spMkLst>
        </pc:spChg>
        <pc:spChg chg="mod">
          <ac:chgData name="Uwitonze Pacific" userId="94f14c05aa9a1c9a" providerId="Windows Live" clId="Web-{FE75ECCE-36BA-412E-B33A-7B4CDADAAD8A}" dt="2025-12-07T12:44:48.837" v="93"/>
          <ac:spMkLst>
            <pc:docMk/>
            <pc:sldMk cId="2854169135" sldId="351"/>
            <ac:spMk id="6" creationId="{5283A1BD-6BBD-EE64-1C9C-1C3DEA76D340}"/>
          </ac:spMkLst>
        </pc:spChg>
        <pc:spChg chg="del">
          <ac:chgData name="Uwitonze Pacific" userId="94f14c05aa9a1c9a" providerId="Windows Live" clId="Web-{FE75ECCE-36BA-412E-B33A-7B4CDADAAD8A}" dt="2025-12-07T12:44:48.837" v="93"/>
          <ac:spMkLst>
            <pc:docMk/>
            <pc:sldMk cId="2854169135" sldId="351"/>
            <ac:spMk id="45" creationId="{00837F5A-80B4-AD50-4DF4-7FD69549166E}"/>
          </ac:spMkLst>
        </pc:spChg>
        <pc:spChg chg="del">
          <ac:chgData name="Uwitonze Pacific" userId="94f14c05aa9a1c9a" providerId="Windows Live" clId="Web-{FE75ECCE-36BA-412E-B33A-7B4CDADAAD8A}" dt="2025-12-07T12:44:48.837" v="93"/>
          <ac:spMkLst>
            <pc:docMk/>
            <pc:sldMk cId="2854169135" sldId="351"/>
            <ac:spMk id="47" creationId="{68A7867E-421B-A974-E364-D762796450D4}"/>
          </ac:spMkLst>
        </pc:spChg>
        <pc:spChg chg="del">
          <ac:chgData name="Uwitonze Pacific" userId="94f14c05aa9a1c9a" providerId="Windows Live" clId="Web-{FE75ECCE-36BA-412E-B33A-7B4CDADAAD8A}" dt="2025-12-07T12:44:48.837" v="93"/>
          <ac:spMkLst>
            <pc:docMk/>
            <pc:sldMk cId="2854169135" sldId="351"/>
            <ac:spMk id="49" creationId="{D0A39118-22F6-ECB0-99C8-43350CF93523}"/>
          </ac:spMkLst>
        </pc:spChg>
        <pc:spChg chg="del">
          <ac:chgData name="Uwitonze Pacific" userId="94f14c05aa9a1c9a" providerId="Windows Live" clId="Web-{FE75ECCE-36BA-412E-B33A-7B4CDADAAD8A}" dt="2025-12-07T12:44:48.837" v="93"/>
          <ac:spMkLst>
            <pc:docMk/>
            <pc:sldMk cId="2854169135" sldId="351"/>
            <ac:spMk id="55" creationId="{27CFE3F8-9A74-E496-AF7A-20A576634573}"/>
          </ac:spMkLst>
        </pc:spChg>
        <pc:spChg chg="add">
          <ac:chgData name="Uwitonze Pacific" userId="94f14c05aa9a1c9a" providerId="Windows Live" clId="Web-{FE75ECCE-36BA-412E-B33A-7B4CDADAAD8A}" dt="2025-12-07T12:44:48.837" v="93"/>
          <ac:spMkLst>
            <pc:docMk/>
            <pc:sldMk cId="2854169135" sldId="351"/>
            <ac:spMk id="62" creationId="{7CBCD26A-BD2E-4E94-A8F8-A4B67923FDFA}"/>
          </ac:spMkLst>
        </pc:spChg>
        <pc:spChg chg="add">
          <ac:chgData name="Uwitonze Pacific" userId="94f14c05aa9a1c9a" providerId="Windows Live" clId="Web-{FE75ECCE-36BA-412E-B33A-7B4CDADAAD8A}" dt="2025-12-07T12:44:48.837" v="93"/>
          <ac:spMkLst>
            <pc:docMk/>
            <pc:sldMk cId="2854169135" sldId="351"/>
            <ac:spMk id="64" creationId="{ED0D337F-FB00-4E19-BBDA-8485C8ABB506}"/>
          </ac:spMkLst>
        </pc:spChg>
        <pc:spChg chg="add">
          <ac:chgData name="Uwitonze Pacific" userId="94f14c05aa9a1c9a" providerId="Windows Live" clId="Web-{FE75ECCE-36BA-412E-B33A-7B4CDADAAD8A}" dt="2025-12-07T12:44:48.837" v="93"/>
          <ac:spMkLst>
            <pc:docMk/>
            <pc:sldMk cId="2854169135" sldId="351"/>
            <ac:spMk id="68" creationId="{2853AE55-7E35-44B0-89F1-3F52B262AF33}"/>
          </ac:spMkLst>
        </pc:spChg>
        <pc:spChg chg="add">
          <ac:chgData name="Uwitonze Pacific" userId="94f14c05aa9a1c9a" providerId="Windows Live" clId="Web-{FE75ECCE-36BA-412E-B33A-7B4CDADAAD8A}" dt="2025-12-07T12:44:48.837" v="93"/>
          <ac:spMkLst>
            <pc:docMk/>
            <pc:sldMk cId="2854169135" sldId="351"/>
            <ac:spMk id="70" creationId="{DBC4BE4D-4B50-4F51-9F85-4B5D60B02D81}"/>
          </ac:spMkLst>
        </pc:spChg>
        <pc:picChg chg="mod">
          <ac:chgData name="Uwitonze Pacific" userId="94f14c05aa9a1c9a" providerId="Windows Live" clId="Web-{FE75ECCE-36BA-412E-B33A-7B4CDADAAD8A}" dt="2025-12-07T11:43:50.335" v="39"/>
          <ac:picMkLst>
            <pc:docMk/>
            <pc:sldMk cId="2854169135" sldId="351"/>
            <ac:picMk id="17" creationId="{6732B2B8-F8A1-B30A-68CA-53FFB1742C56}"/>
          </ac:picMkLst>
        </pc:picChg>
        <pc:picChg chg="mod">
          <ac:chgData name="Uwitonze Pacific" userId="94f14c05aa9a1c9a" providerId="Windows Live" clId="Web-{FE75ECCE-36BA-412E-B33A-7B4CDADAAD8A}" dt="2025-12-07T11:43:18.849" v="38"/>
          <ac:picMkLst>
            <pc:docMk/>
            <pc:sldMk cId="2854169135" sldId="351"/>
            <ac:picMk id="21" creationId="{2FE1C86B-37F2-EDBB-DAD3-C70CAA0C5E9E}"/>
          </ac:picMkLst>
        </pc:picChg>
      </pc:sldChg>
    </pc:docChg>
  </pc:docChgLst>
  <pc:docChgLst>
    <pc:chgData name="Uwitonze Pacific" userId="94f14c05aa9a1c9a" providerId="Windows Live" clId="Web-{F1A30A5F-AD8D-4477-8DBC-1FA709D9A1AF}"/>
    <pc:docChg chg="modSld">
      <pc:chgData name="Uwitonze Pacific" userId="94f14c05aa9a1c9a" providerId="Windows Live" clId="Web-{F1A30A5F-AD8D-4477-8DBC-1FA709D9A1AF}" dt="2025-12-07T13:33:30.020" v="27"/>
      <pc:docMkLst>
        <pc:docMk/>
      </pc:docMkLst>
      <pc:sldChg chg="modSp">
        <pc:chgData name="Uwitonze Pacific" userId="94f14c05aa9a1c9a" providerId="Windows Live" clId="Web-{F1A30A5F-AD8D-4477-8DBC-1FA709D9A1AF}" dt="2025-12-07T13:29:19.843" v="10" actId="1076"/>
        <pc:sldMkLst>
          <pc:docMk/>
          <pc:sldMk cId="2259308896" sldId="256"/>
        </pc:sldMkLst>
        <pc:spChg chg="mod">
          <ac:chgData name="Uwitonze Pacific" userId="94f14c05aa9a1c9a" providerId="Windows Live" clId="Web-{F1A30A5F-AD8D-4477-8DBC-1FA709D9A1AF}" dt="2025-12-07T13:28:58.108" v="9" actId="20577"/>
          <ac:spMkLst>
            <pc:docMk/>
            <pc:sldMk cId="2259308896" sldId="256"/>
            <ac:spMk id="2" creationId="{51DF3D98-3C30-4CFC-8643-C81E829C8C25}"/>
          </ac:spMkLst>
        </pc:spChg>
        <pc:spChg chg="mod">
          <ac:chgData name="Uwitonze Pacific" userId="94f14c05aa9a1c9a" providerId="Windows Live" clId="Web-{F1A30A5F-AD8D-4477-8DBC-1FA709D9A1AF}" dt="2025-12-07T13:29:19.843" v="10" actId="1076"/>
          <ac:spMkLst>
            <pc:docMk/>
            <pc:sldMk cId="2259308896" sldId="256"/>
            <ac:spMk id="3" creationId="{A068D447-28D3-4F5F-B2DC-FD67E9015868}"/>
          </ac:spMkLst>
        </pc:spChg>
      </pc:sldChg>
      <pc:sldChg chg="modSp">
        <pc:chgData name="Uwitonze Pacific" userId="94f14c05aa9a1c9a" providerId="Windows Live" clId="Web-{F1A30A5F-AD8D-4477-8DBC-1FA709D9A1AF}" dt="2025-12-07T13:30:09.781" v="21" actId="20577"/>
        <pc:sldMkLst>
          <pc:docMk/>
          <pc:sldMk cId="520594114" sldId="337"/>
        </pc:sldMkLst>
        <pc:spChg chg="mod">
          <ac:chgData name="Uwitonze Pacific" userId="94f14c05aa9a1c9a" providerId="Windows Live" clId="Web-{F1A30A5F-AD8D-4477-8DBC-1FA709D9A1AF}" dt="2025-12-07T13:30:09.781" v="21" actId="20577"/>
          <ac:spMkLst>
            <pc:docMk/>
            <pc:sldMk cId="520594114" sldId="337"/>
            <ac:spMk id="37" creationId="{E4A54726-4483-4264-B2EC-04C460B0BD95}"/>
          </ac:spMkLst>
        </pc:spChg>
      </pc:sldChg>
      <pc:sldChg chg="addSp delSp modSp mod setBg setClrOvrMap">
        <pc:chgData name="Uwitonze Pacific" userId="94f14c05aa9a1c9a" providerId="Windows Live" clId="Web-{F1A30A5F-AD8D-4477-8DBC-1FA709D9A1AF}" dt="2025-12-07T13:33:30.020" v="27"/>
        <pc:sldMkLst>
          <pc:docMk/>
          <pc:sldMk cId="3103866879" sldId="341"/>
        </pc:sldMkLst>
        <pc:spChg chg="add del mod">
          <ac:chgData name="Uwitonze Pacific" userId="94f14c05aa9a1c9a" providerId="Windows Live" clId="Web-{F1A30A5F-AD8D-4477-8DBC-1FA709D9A1AF}" dt="2025-12-07T13:32:13.034" v="24"/>
          <ac:spMkLst>
            <pc:docMk/>
            <pc:sldMk cId="3103866879" sldId="341"/>
            <ac:spMk id="3" creationId="{CD87E0A8-B781-D064-71AD-1E67FC72A902}"/>
          </ac:spMkLst>
        </pc:spChg>
        <pc:spChg chg="mod">
          <ac:chgData name="Uwitonze Pacific" userId="94f14c05aa9a1c9a" providerId="Windows Live" clId="Web-{F1A30A5F-AD8D-4477-8DBC-1FA709D9A1AF}" dt="2025-12-07T13:33:30.020" v="27"/>
          <ac:spMkLst>
            <pc:docMk/>
            <pc:sldMk cId="3103866879" sldId="341"/>
            <ac:spMk id="6" creationId="{FCC00F2F-2F9A-4287-AE30-766758F16A24}"/>
          </ac:spMkLst>
        </pc:spChg>
        <pc:spChg chg="mod">
          <ac:chgData name="Uwitonze Pacific" userId="94f14c05aa9a1c9a" providerId="Windows Live" clId="Web-{F1A30A5F-AD8D-4477-8DBC-1FA709D9A1AF}" dt="2025-12-07T13:32:57.222" v="25" actId="14100"/>
          <ac:spMkLst>
            <pc:docMk/>
            <pc:sldMk cId="3103866879" sldId="341"/>
            <ac:spMk id="7" creationId="{5B54BBB9-EC3F-40DE-A3C5-72ADF697AC27}"/>
          </ac:spMkLst>
        </pc:spChg>
        <pc:spChg chg="add del">
          <ac:chgData name="Uwitonze Pacific" userId="94f14c05aa9a1c9a" providerId="Windows Live" clId="Web-{F1A30A5F-AD8D-4477-8DBC-1FA709D9A1AF}" dt="2025-12-07T13:32:13.018" v="23"/>
          <ac:spMkLst>
            <pc:docMk/>
            <pc:sldMk cId="3103866879" sldId="341"/>
            <ac:spMk id="10" creationId="{367909BF-1DF7-4ACE-8F58-6CF719BB27E5}"/>
          </ac:spMkLst>
        </pc:spChg>
        <pc:spChg chg="add del">
          <ac:chgData name="Uwitonze Pacific" userId="94f14c05aa9a1c9a" providerId="Windows Live" clId="Web-{F1A30A5F-AD8D-4477-8DBC-1FA709D9A1AF}" dt="2025-12-07T13:32:13.018" v="23"/>
          <ac:spMkLst>
            <pc:docMk/>
            <pc:sldMk cId="3103866879" sldId="341"/>
            <ac:spMk id="13" creationId="{904DB13E-F722-4ED6-BB00-556651E95281}"/>
          </ac:spMkLst>
        </pc:spChg>
        <pc:spChg chg="add del">
          <ac:chgData name="Uwitonze Pacific" userId="94f14c05aa9a1c9a" providerId="Windows Live" clId="Web-{F1A30A5F-AD8D-4477-8DBC-1FA709D9A1AF}" dt="2025-12-07T13:32:13.018" v="23"/>
          <ac:spMkLst>
            <pc:docMk/>
            <pc:sldMk cId="3103866879" sldId="341"/>
            <ac:spMk id="15" creationId="{1419E3D9-C5FB-41A9-B6D2-DFB210BB6211}"/>
          </ac:spMkLst>
        </pc:spChg>
        <pc:spChg chg="add">
          <ac:chgData name="Uwitonze Pacific" userId="94f14c05aa9a1c9a" providerId="Windows Live" clId="Web-{F1A30A5F-AD8D-4477-8DBC-1FA709D9A1AF}" dt="2025-12-07T13:32:13.034" v="24"/>
          <ac:spMkLst>
            <pc:docMk/>
            <pc:sldMk cId="3103866879" sldId="341"/>
            <ac:spMk id="18" creationId="{93747C1C-97FC-4D70-A6C8-A01FBCF5A9DC}"/>
          </ac:spMkLst>
        </pc:spChg>
        <pc:spChg chg="add del">
          <ac:chgData name="Uwitonze Pacific" userId="94f14c05aa9a1c9a" providerId="Windows Live" clId="Web-{F1A30A5F-AD8D-4477-8DBC-1FA709D9A1AF}" dt="2025-12-07T13:32:13.018" v="23"/>
          <ac:spMkLst>
            <pc:docMk/>
            <pc:sldMk cId="3103866879" sldId="341"/>
            <ac:spMk id="19" creationId="{89E8BEDB-0BBC-4F21-9CFB-8530D664C343}"/>
          </ac:spMkLst>
        </pc:spChg>
        <pc:spChg chg="add del">
          <ac:chgData name="Uwitonze Pacific" userId="94f14c05aa9a1c9a" providerId="Windows Live" clId="Web-{F1A30A5F-AD8D-4477-8DBC-1FA709D9A1AF}" dt="2025-12-07T13:32:13.018" v="23"/>
          <ac:spMkLst>
            <pc:docMk/>
            <pc:sldMk cId="3103866879" sldId="341"/>
            <ac:spMk id="26" creationId="{420551B3-B4DA-48EE-988C-4FAEAEB5CE98}"/>
          </ac:spMkLst>
        </pc:spChg>
        <pc:spChg chg="add">
          <ac:chgData name="Uwitonze Pacific" userId="94f14c05aa9a1c9a" providerId="Windows Live" clId="Web-{F1A30A5F-AD8D-4477-8DBC-1FA709D9A1AF}" dt="2025-12-07T13:32:13.034" v="24"/>
          <ac:spMkLst>
            <pc:docMk/>
            <pc:sldMk cId="3103866879" sldId="341"/>
            <ac:spMk id="27" creationId="{B5DD78E9-DE0D-47AF-A0DB-F475221E3DC7}"/>
          </ac:spMkLst>
        </pc:spChg>
        <pc:spChg chg="add del">
          <ac:chgData name="Uwitonze Pacific" userId="94f14c05aa9a1c9a" providerId="Windows Live" clId="Web-{F1A30A5F-AD8D-4477-8DBC-1FA709D9A1AF}" dt="2025-12-07T13:32:13.018" v="23"/>
          <ac:spMkLst>
            <pc:docMk/>
            <pc:sldMk cId="3103866879" sldId="341"/>
            <ac:spMk id="28" creationId="{D5B012D8-7F27-4758-9AC6-C889B154BD73}"/>
          </ac:spMkLst>
        </pc:spChg>
        <pc:spChg chg="add del">
          <ac:chgData name="Uwitonze Pacific" userId="94f14c05aa9a1c9a" providerId="Windows Live" clId="Web-{F1A30A5F-AD8D-4477-8DBC-1FA709D9A1AF}" dt="2025-12-07T13:32:13.018" v="23"/>
          <ac:spMkLst>
            <pc:docMk/>
            <pc:sldMk cId="3103866879" sldId="341"/>
            <ac:spMk id="30" creationId="{4063B759-00FC-46D1-9898-8E8625268FAF}"/>
          </ac:spMkLst>
        </pc:spChg>
        <pc:spChg chg="add del">
          <ac:chgData name="Uwitonze Pacific" userId="94f14c05aa9a1c9a" providerId="Windows Live" clId="Web-{F1A30A5F-AD8D-4477-8DBC-1FA709D9A1AF}" dt="2025-12-07T13:33:30.020" v="27"/>
          <ac:spMkLst>
            <pc:docMk/>
            <pc:sldMk cId="3103866879" sldId="341"/>
            <ac:spMk id="32" creationId="{904DB13E-F722-4ED6-BB00-556651E95281}"/>
          </ac:spMkLst>
        </pc:spChg>
        <pc:spChg chg="add del">
          <ac:chgData name="Uwitonze Pacific" userId="94f14c05aa9a1c9a" providerId="Windows Live" clId="Web-{F1A30A5F-AD8D-4477-8DBC-1FA709D9A1AF}" dt="2025-12-07T13:33:30.020" v="27"/>
          <ac:spMkLst>
            <pc:docMk/>
            <pc:sldMk cId="3103866879" sldId="341"/>
            <ac:spMk id="33" creationId="{7B58A187-A4B1-42EB-A4C7-8635BA507BCE}"/>
          </ac:spMkLst>
        </pc:spChg>
        <pc:spChg chg="add del">
          <ac:chgData name="Uwitonze Pacific" userId="94f14c05aa9a1c9a" providerId="Windows Live" clId="Web-{F1A30A5F-AD8D-4477-8DBC-1FA709D9A1AF}" dt="2025-12-07T13:33:30.020" v="27"/>
          <ac:spMkLst>
            <pc:docMk/>
            <pc:sldMk cId="3103866879" sldId="341"/>
            <ac:spMk id="34" creationId="{37F14E7F-3054-458C-ACF9-A8DA1757C65C}"/>
          </ac:spMkLst>
        </pc:spChg>
        <pc:spChg chg="add del">
          <ac:chgData name="Uwitonze Pacific" userId="94f14c05aa9a1c9a" providerId="Windows Live" clId="Web-{F1A30A5F-AD8D-4477-8DBC-1FA709D9A1AF}" dt="2025-12-07T13:33:30.020" v="27"/>
          <ac:spMkLst>
            <pc:docMk/>
            <pc:sldMk cId="3103866879" sldId="341"/>
            <ac:spMk id="36" creationId="{6EB4BFD6-A85D-4A13-A54A-9A5C9E31C69E}"/>
          </ac:spMkLst>
        </pc:spChg>
        <pc:spChg chg="add">
          <ac:chgData name="Uwitonze Pacific" userId="94f14c05aa9a1c9a" providerId="Windows Live" clId="Web-{F1A30A5F-AD8D-4477-8DBC-1FA709D9A1AF}" dt="2025-12-07T13:32:13.034" v="24"/>
          <ac:spMkLst>
            <pc:docMk/>
            <pc:sldMk cId="3103866879" sldId="341"/>
            <ac:spMk id="37" creationId="{A118D329-2010-4A15-B57C-429FFAE35B11}"/>
          </ac:spMkLst>
        </pc:spChg>
        <pc:spChg chg="add">
          <ac:chgData name="Uwitonze Pacific" userId="94f14c05aa9a1c9a" providerId="Windows Live" clId="Web-{F1A30A5F-AD8D-4477-8DBC-1FA709D9A1AF}" dt="2025-12-07T13:33:30.020" v="27"/>
          <ac:spMkLst>
            <pc:docMk/>
            <pc:sldMk cId="3103866879" sldId="341"/>
            <ac:spMk id="42" creationId="{904DB13E-F722-4ED6-BB00-556651E95281}"/>
          </ac:spMkLst>
        </pc:spChg>
        <pc:spChg chg="add">
          <ac:chgData name="Uwitonze Pacific" userId="94f14c05aa9a1c9a" providerId="Windows Live" clId="Web-{F1A30A5F-AD8D-4477-8DBC-1FA709D9A1AF}" dt="2025-12-07T13:33:30.020" v="27"/>
          <ac:spMkLst>
            <pc:docMk/>
            <pc:sldMk cId="3103866879" sldId="341"/>
            <ac:spMk id="44" creationId="{7B58A187-A4B1-42EB-A4C7-8635BA507BCE}"/>
          </ac:spMkLst>
        </pc:spChg>
        <pc:spChg chg="add">
          <ac:chgData name="Uwitonze Pacific" userId="94f14c05aa9a1c9a" providerId="Windows Live" clId="Web-{F1A30A5F-AD8D-4477-8DBC-1FA709D9A1AF}" dt="2025-12-07T13:33:30.020" v="27"/>
          <ac:spMkLst>
            <pc:docMk/>
            <pc:sldMk cId="3103866879" sldId="341"/>
            <ac:spMk id="48" creationId="{93747C1C-97FC-4D70-A6C8-A01FBCF5A9DC}"/>
          </ac:spMkLst>
        </pc:spChg>
        <pc:spChg chg="add">
          <ac:chgData name="Uwitonze Pacific" userId="94f14c05aa9a1c9a" providerId="Windows Live" clId="Web-{F1A30A5F-AD8D-4477-8DBC-1FA709D9A1AF}" dt="2025-12-07T13:33:30.020" v="27"/>
          <ac:spMkLst>
            <pc:docMk/>
            <pc:sldMk cId="3103866879" sldId="341"/>
            <ac:spMk id="55" creationId="{330C7DD7-02AC-4BF2-9004-DE691621C190}"/>
          </ac:spMkLst>
        </pc:spChg>
        <pc:spChg chg="add">
          <ac:chgData name="Uwitonze Pacific" userId="94f14c05aa9a1c9a" providerId="Windows Live" clId="Web-{F1A30A5F-AD8D-4477-8DBC-1FA709D9A1AF}" dt="2025-12-07T13:33:30.020" v="27"/>
          <ac:spMkLst>
            <pc:docMk/>
            <pc:sldMk cId="3103866879" sldId="341"/>
            <ac:spMk id="57" creationId="{94A306BA-F168-4DFA-A57A-F4A753B03287}"/>
          </ac:spMkLst>
        </pc:spChg>
        <pc:picChg chg="del">
          <ac:chgData name="Uwitonze Pacific" userId="94f14c05aa9a1c9a" providerId="Windows Live" clId="Web-{F1A30A5F-AD8D-4477-8DBC-1FA709D9A1AF}" dt="2025-12-07T12:56:32.510" v="0"/>
          <ac:picMkLst>
            <pc:docMk/>
            <pc:sldMk cId="3103866879" sldId="341"/>
            <ac:picMk id="12" creationId="{787DFE04-7A76-3A96-7BD4-23AE83B26C8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F03B4C-7222-461B-BA71-2B563A4495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015D50-859B-4A21-BBA7-D227472F19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B51ED0-8724-4321-9903-1B6C4397769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4EAD1-5CAB-421B-B5BB-2FAE33EA58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925FF-73DD-4112-9C15-8EAFF2E8C9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71AD-4225-439B-B0AF-FF523CEDE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384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4778D-F34E-4BE4-9B6B-598D2E739C81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553C36-AE66-42A1-BA56-51FF7F8C8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86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53C36-AE66-42A1-BA56-51FF7F8C86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06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1BD1E-6A9C-8117-28E1-717CD083D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FF5D0-F939-63C3-EBB3-854B1442D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22A078-CF46-DE90-593A-2698DC5D4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53F93-FADB-8028-C304-30285FAF3E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53C36-AE66-42A1-BA56-51FF7F8C86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32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DD6E8-A6EF-92A8-595D-EBEFF84D5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1F0F7-AF0B-0975-63EC-231EC11FC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57FD34-79C3-7B88-4829-FDF54F08B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97163-557E-27BB-4AFC-26D78DD5C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53C36-AE66-42A1-BA56-51FF7F8C86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68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CE048-309F-C83C-51A2-DCF4FE7E8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4E9D45-E2E3-CF5E-7D99-9412BCF32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B5301-37B2-FEB0-61AA-F5787C823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88BA6-F167-F6B9-E49B-7C28EC3FC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53C36-AE66-42A1-BA56-51FF7F8C86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823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B8CC2-A784-6A99-E150-4F11B494B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1FE02A-2F6B-C692-0EA7-1EF3E51BC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854B4-FC97-FB46-794E-65746FE05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0DC97-6D63-88CC-E698-7ACCA0D81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53C36-AE66-42A1-BA56-51FF7F8C86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402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B7B6D-F04A-44B4-F99C-AFC901089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6B6844-54C7-B492-FDAB-0BC317B67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C45D0-7F31-3151-26F9-85A28ED35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4CC46-9932-552C-756E-AB06EBBC1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53C36-AE66-42A1-BA56-51FF7F8C862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17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52B1F-672D-1869-F9D4-94DE0082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49F92-3390-FEC9-5846-816964F2F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F4E7D-08C6-398C-F072-1ED4E3B28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95C09-E4EF-7F2C-A937-6C47AA6B27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53C36-AE66-42A1-BA56-51FF7F8C862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46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593465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791E8DE-0B9D-43A1-8977-59BEEC2C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3337" y="643464"/>
            <a:ext cx="6269159" cy="557107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DABDA3-AA10-4304-B3C8-D5B655DE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631" y="1621998"/>
            <a:ext cx="5068567" cy="1301390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Subtitle 2" descr="Tag=AccentColor&#10;Flavor=Light&#10;Target=Text">
            <a:extLst>
              <a:ext uri="{FF2B5EF4-FFF2-40B4-BE49-F238E27FC236}">
                <a16:creationId xmlns:a16="http://schemas.microsoft.com/office/drawing/2014/main" id="{4CCFCCCF-0AEA-4D36-8B54-4C03F88D7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3633" y="3109652"/>
            <a:ext cx="5068567" cy="2395623"/>
          </a:xfrm>
        </p:spPr>
        <p:txBody>
          <a:bodyPr anchor="ctr">
            <a:norm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en-US">
                <a:cs typeface="Calibri"/>
              </a:rPr>
              <a:t>Topic one</a:t>
            </a:r>
          </a:p>
          <a:p>
            <a:pPr>
              <a:lnSpc>
                <a:spcPct val="150000"/>
              </a:lnSpc>
            </a:pPr>
            <a:r>
              <a:rPr lang="en-US">
                <a:cs typeface="Calibri"/>
              </a:rPr>
              <a:t>Topic two</a:t>
            </a:r>
          </a:p>
          <a:p>
            <a:pPr>
              <a:lnSpc>
                <a:spcPct val="150000"/>
              </a:lnSpc>
            </a:pPr>
            <a:r>
              <a:rPr lang="en-US">
                <a:cs typeface="Calibri"/>
              </a:rPr>
              <a:t>Topic three</a:t>
            </a:r>
          </a:p>
          <a:p>
            <a:pPr>
              <a:lnSpc>
                <a:spcPct val="150000"/>
              </a:lnSpc>
            </a:pPr>
            <a:r>
              <a:rPr lang="en-US">
                <a:cs typeface="Calibri"/>
              </a:rPr>
              <a:t>Topic four</a:t>
            </a:r>
          </a:p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7D11998-188A-4F5B-9931-8BA54D2802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56500" y="641350"/>
            <a:ext cx="3998913" cy="2626784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60F109E5-BC65-4431-A2E5-4A145EC7B3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54913" y="3606263"/>
            <a:ext cx="4000500" cy="2608269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304C15-0285-4F2C-8EFE-569AD8088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6116" y="809244"/>
            <a:ext cx="5943600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88504-58DC-4D6A-A3A2-46BBE92E4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796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Date Placeholder 17">
            <a:extLst>
              <a:ext uri="{FF2B5EF4-FFF2-40B4-BE49-F238E27FC236}">
                <a16:creationId xmlns:a16="http://schemas.microsoft.com/office/drawing/2014/main" id="{A7F1F606-F241-4665-957D-1EA108900290}"/>
              </a:ext>
            </a:extLst>
          </p:cNvPr>
          <p:cNvSpPr txBox="1">
            <a:spLocks/>
          </p:cNvSpPr>
          <p:nvPr userDrawn="1"/>
        </p:nvSpPr>
        <p:spPr>
          <a:xfrm>
            <a:off x="3000676" y="687140"/>
            <a:ext cx="1554480" cy="5272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r>
              <a:rPr lang="en-US" sz="1300">
                <a:solidFill>
                  <a:schemeClr val="bg1"/>
                </a:solidFill>
              </a:rPr>
              <a:t>20XX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EAC8BD-D27F-41DF-AA93-5F9675828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32096" y="640855"/>
            <a:ext cx="1691640" cy="645295"/>
            <a:chOff x="2932096" y="640855"/>
            <a:chExt cx="1691640" cy="64529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9CEAE44-9527-4308-A77C-6C47315AD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2932096" y="640855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BD50130-2E7D-4DC0-8382-B3958A9450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4623736" y="640855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955D961-339B-49BE-9281-3A8E81953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2932096" y="1286150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Footer Placeholder 18">
            <a:extLst>
              <a:ext uri="{FF2B5EF4-FFF2-40B4-BE49-F238E27FC236}">
                <a16:creationId xmlns:a16="http://schemas.microsoft.com/office/drawing/2014/main" id="{D2BAF328-75D1-490D-BF37-96EE6C0843E2}"/>
              </a:ext>
            </a:extLst>
          </p:cNvPr>
          <p:cNvSpPr txBox="1">
            <a:spLocks/>
          </p:cNvSpPr>
          <p:nvPr userDrawn="1"/>
        </p:nvSpPr>
        <p:spPr>
          <a:xfrm>
            <a:off x="1243632" y="5641118"/>
            <a:ext cx="5068569" cy="3108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r>
              <a:rPr lang="en-US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18" name="Slide Number Placeholder 21">
            <a:extLst>
              <a:ext uri="{FF2B5EF4-FFF2-40B4-BE49-F238E27FC236}">
                <a16:creationId xmlns:a16="http://schemas.microsoft.com/office/drawing/2014/main" id="{5A2A2B37-48E8-4C00-91B4-63F0C7AAE23F}"/>
              </a:ext>
            </a:extLst>
          </p:cNvPr>
          <p:cNvSpPr txBox="1">
            <a:spLocks/>
          </p:cNvSpPr>
          <p:nvPr userDrawn="1"/>
        </p:nvSpPr>
        <p:spPr>
          <a:xfrm>
            <a:off x="9443794" y="6392314"/>
            <a:ext cx="2111881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70B1FE82-5036-4003-B709-0840DA750BBE}" type="slidenum">
              <a:rPr lang="en-US" smtClean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pPr defTabSz="914400">
                <a:defRPr/>
              </a:pPr>
              <a:t>‹#›</a:t>
            </a:fld>
            <a:endParaRPr lang="en-US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7632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02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5B0C2F6-1B8C-43CC-92A5-2D5502929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3349" y="648230"/>
            <a:ext cx="10905302" cy="19970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983D5E-8A96-4276-9D60-66D16276D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057275"/>
            <a:ext cx="10366743" cy="123589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4707CC-694D-4162-B68A-B7D9345B3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6196" y="814657"/>
            <a:ext cx="10579608" cy="1664208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079F8F29-0E9E-49F7-93F4-FCC8C82EE1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2884815"/>
            <a:ext cx="2279650" cy="2552700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9925214F-17A5-4C60-AADE-6A1BC12989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" y="5635244"/>
            <a:ext cx="2279649" cy="350292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10700E3A-7CD7-4A3D-BA94-0E5BCAC92A8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5912412"/>
            <a:ext cx="2279649" cy="35029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2E6EB481-2A99-4088-95C0-0D5BAFDFF02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96066" y="2884815"/>
            <a:ext cx="2279650" cy="2552700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Text Placeholder 27">
            <a:extLst>
              <a:ext uri="{FF2B5EF4-FFF2-40B4-BE49-F238E27FC236}">
                <a16:creationId xmlns:a16="http://schemas.microsoft.com/office/drawing/2014/main" id="{4097BC1F-331F-4D57-993D-EFBB792275D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96067" y="5635244"/>
            <a:ext cx="2279649" cy="350292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CC61962-73A1-4768-8408-43E07ED2C1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96067" y="5912412"/>
            <a:ext cx="2279649" cy="35029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8013A142-804D-471C-B2DD-DEC1B8C5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095" y="6296388"/>
            <a:ext cx="581660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A231814F-4139-4547-9058-18BF9C9E88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2532" y="2884815"/>
            <a:ext cx="2279650" cy="25527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A6CD17BC-BF82-4EF5-8F4B-8D615A2FD24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82535" y="5635244"/>
            <a:ext cx="2279649" cy="350292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CA5F4D35-7EF1-463D-8005-F3950B6541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82535" y="5912412"/>
            <a:ext cx="2279649" cy="35029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6CDB3226-AAE1-4106-A166-12BCFA73DA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69001" y="2884815"/>
            <a:ext cx="2279650" cy="2552700"/>
          </a:xfrm>
        </p:spPr>
        <p:txBody>
          <a:bodyPr/>
          <a:lstStyle/>
          <a:p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3CD8083-90C5-4685-A286-1A99E5DC31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69002" y="5635244"/>
            <a:ext cx="2279649" cy="350292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5FB222BC-D05B-4E76-A0DC-25657322AF8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69002" y="5912412"/>
            <a:ext cx="2279649" cy="35029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6FBB75-8D79-4225-A448-37C04F053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192658" y="3310653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C41CC5-2A7C-4774-98CE-C7212DFDC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79124" y="3310653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861725-0EF3-4133-B06C-063F42B11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965590" y="3310653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Date Placeholder 3">
            <a:extLst>
              <a:ext uri="{FF2B5EF4-FFF2-40B4-BE49-F238E27FC236}">
                <a16:creationId xmlns:a16="http://schemas.microsoft.com/office/drawing/2014/main" id="{7FDBCC4A-1C49-4C93-AD45-AD78087E23D6}"/>
              </a:ext>
            </a:extLst>
          </p:cNvPr>
          <p:cNvSpPr txBox="1">
            <a:spLocks/>
          </p:cNvSpPr>
          <p:nvPr userDrawn="1"/>
        </p:nvSpPr>
        <p:spPr>
          <a:xfrm>
            <a:off x="7684497" y="6296388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20XX</a:t>
            </a:r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5EB09A52-50AB-4593-BCB7-23D4AEC88507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0537721" y="6286556"/>
            <a:ext cx="838200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5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4A46BB-9B50-4F09-9059-DA78048129D4}"/>
              </a:ext>
            </a:extLst>
          </p:cNvPr>
          <p:cNvSpPr/>
          <p:nvPr userDrawn="1"/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6F410-6A1D-427A-8C06-A0023004F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3" y="2735221"/>
            <a:ext cx="4775075" cy="85121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DF1FF2-5B9A-4BE9-AD3C-F215F0D25F7A}"/>
              </a:ext>
            </a:extLst>
          </p:cNvPr>
          <p:cNvSpPr/>
          <p:nvPr userDrawn="1"/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4FC6A22-F9EC-4E20-B9CC-F012FA8E4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Subtitle</a:t>
            </a:r>
          </a:p>
        </p:txBody>
      </p:sp>
      <p:sp>
        <p:nvSpPr>
          <p:cNvPr id="10" name="Date Placeholder 17">
            <a:extLst>
              <a:ext uri="{FF2B5EF4-FFF2-40B4-BE49-F238E27FC236}">
                <a16:creationId xmlns:a16="http://schemas.microsoft.com/office/drawing/2014/main" id="{ABF19E1F-D7E9-4D44-9873-8D8DDC338F7E}"/>
              </a:ext>
            </a:extLst>
          </p:cNvPr>
          <p:cNvSpPr txBox="1">
            <a:spLocks/>
          </p:cNvSpPr>
          <p:nvPr userDrawn="1"/>
        </p:nvSpPr>
        <p:spPr>
          <a:xfrm>
            <a:off x="7369770" y="2040249"/>
            <a:ext cx="2103120" cy="3152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r>
              <a:rPr lang="en-US" sz="1300">
                <a:solidFill>
                  <a:schemeClr val="bg1"/>
                </a:solidFill>
              </a:rPr>
              <a:t>20XX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3C72E99-B7BE-4F82-AD93-38765570DB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5695067 w 12192000"/>
              <a:gd name="connsiteY0" fmla="*/ 1808532 h 6858000"/>
              <a:gd name="connsiteX1" fmla="*/ 5695067 w 12192000"/>
              <a:gd name="connsiteY1" fmla="*/ 5049468 h 6858000"/>
              <a:gd name="connsiteX2" fmla="*/ 11147594 w 12192000"/>
              <a:gd name="connsiteY2" fmla="*/ 5049468 h 6858000"/>
              <a:gd name="connsiteX3" fmla="*/ 11147594 w 12192000"/>
              <a:gd name="connsiteY3" fmla="*/ 1808532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5695067" y="1808532"/>
                </a:moveTo>
                <a:lnTo>
                  <a:pt x="5695067" y="5049468"/>
                </a:lnTo>
                <a:lnTo>
                  <a:pt x="11147594" y="5049468"/>
                </a:lnTo>
                <a:lnTo>
                  <a:pt x="11147594" y="180853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4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9982C2-1320-41E5-A31C-D8DA5C8A4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563FB1-76A9-4E53-9493-2B8680D68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8" y="0"/>
            <a:ext cx="4651122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innerShdw blurRad="63500" dist="31750">
              <a:prstClr val="black">
                <a:alpha val="4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8F116A-4F5C-40E2-836F-919B8B939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72" y="4123592"/>
            <a:ext cx="4654296" cy="9144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27D978-81FB-4612-81AA-B7123E0D5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4289" y="0"/>
            <a:ext cx="91440" cy="420624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0DC717-7560-4850-A68A-A881C97F3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4289" y="2057400"/>
            <a:ext cx="2377440" cy="9144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F22527-F181-4C80-9977-C9894355C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14028" y="971453"/>
            <a:ext cx="5623560" cy="4910328"/>
          </a:xfrm>
          <a:prstGeom prst="rect">
            <a:avLst/>
          </a:prstGeom>
          <a:noFill/>
          <a:ln w="6350" cap="sq" cmpd="sng" algn="ctr">
            <a:solidFill>
              <a:schemeClr val="bg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ABAC30-6A2F-4907-8502-17DF9AEEE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48300" y="806861"/>
            <a:ext cx="5955017" cy="5239512"/>
          </a:xfrm>
          <a:prstGeom prst="rect">
            <a:avLst/>
          </a:prstGeom>
          <a:solidFill>
            <a:schemeClr val="tx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C9F96-79A7-44FA-A7FE-C0675B996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1" y="1290294"/>
            <a:ext cx="5116286" cy="13716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D72D6334-ED49-4D79-AAC2-10DCFF6D6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7401" y="2980736"/>
            <a:ext cx="5116286" cy="2712494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sz="180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0FE3A1CC-4DE8-4FC6-839D-CD3607B8D426}"/>
              </a:ext>
            </a:extLst>
          </p:cNvPr>
          <p:cNvSpPr txBox="1">
            <a:spLocks/>
          </p:cNvSpPr>
          <p:nvPr userDrawn="1"/>
        </p:nvSpPr>
        <p:spPr>
          <a:xfrm>
            <a:off x="7048099" y="302355"/>
            <a:ext cx="2743200" cy="35078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20XX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9E9A7CA-EE9C-4648-8016-1852440461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5438" y="326697"/>
            <a:ext cx="1636712" cy="3475163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F4561B6B-E204-4CF0-AD12-ED21B3940F5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09863" y="329773"/>
            <a:ext cx="1614487" cy="1394251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3BE441E-0CE9-4C44-8783-3A04F5929F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7163" y="2384425"/>
            <a:ext cx="1628775" cy="1423988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FBAA901D-39FD-416F-B2B4-F2651AB7918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438" y="4527550"/>
            <a:ext cx="3998912" cy="200025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4C182815-90D1-446C-BC70-6AB00BED68ED}"/>
              </a:ext>
            </a:extLst>
          </p:cNvPr>
          <p:cNvSpPr txBox="1">
            <a:spLocks/>
          </p:cNvSpPr>
          <p:nvPr userDrawn="1"/>
        </p:nvSpPr>
        <p:spPr>
          <a:xfrm>
            <a:off x="5077003" y="6367925"/>
            <a:ext cx="448056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9BDEE55-B4D3-4542-BF01-F05A2C1FB7D6}"/>
              </a:ext>
            </a:extLst>
          </p:cNvPr>
          <p:cNvSpPr txBox="1">
            <a:spLocks/>
          </p:cNvSpPr>
          <p:nvPr userDrawn="1"/>
        </p:nvSpPr>
        <p:spPr>
          <a:xfrm>
            <a:off x="9793460" y="6367925"/>
            <a:ext cx="2111881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2016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973E97-A796-4836-82F6-8A280A57BA6B}"/>
              </a:ext>
            </a:extLst>
          </p:cNvPr>
          <p:cNvSpPr/>
          <p:nvPr userDrawn="1"/>
        </p:nvSpPr>
        <p:spPr>
          <a:xfrm>
            <a:off x="5660112" y="0"/>
            <a:ext cx="6528839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C0DAEE-CCDB-4627-925B-879F83B1F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4166" y="610485"/>
            <a:ext cx="5103661" cy="1371600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9F23A9-0519-4A39-A9F9-F965C17D58A0}"/>
              </a:ext>
            </a:extLst>
          </p:cNvPr>
          <p:cNvSpPr/>
          <p:nvPr userDrawn="1"/>
        </p:nvSpPr>
        <p:spPr>
          <a:xfrm>
            <a:off x="5981848" y="320040"/>
            <a:ext cx="5888736" cy="6217920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F3EB17D9-2389-4D1F-AC98-7CC3F79840B2}"/>
              </a:ext>
            </a:extLst>
          </p:cNvPr>
          <p:cNvSpPr txBox="1">
            <a:spLocks/>
          </p:cNvSpPr>
          <p:nvPr userDrawn="1"/>
        </p:nvSpPr>
        <p:spPr>
          <a:xfrm>
            <a:off x="7554616" y="383781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</a:rPr>
              <a:t>20XX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40E55EFF-7AC0-4ACD-B826-CA1E384CCF4C}"/>
              </a:ext>
            </a:extLst>
          </p:cNvPr>
          <p:cNvSpPr txBox="1">
            <a:spLocks/>
          </p:cNvSpPr>
          <p:nvPr userDrawn="1"/>
        </p:nvSpPr>
        <p:spPr>
          <a:xfrm>
            <a:off x="6303580" y="6214535"/>
            <a:ext cx="4696948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C6C2D606-DD47-4DA7-AF9B-9A8E401BCAFF}"/>
              </a:ext>
            </a:extLst>
          </p:cNvPr>
          <p:cNvSpPr txBox="1">
            <a:spLocks/>
          </p:cNvSpPr>
          <p:nvPr userDrawn="1"/>
        </p:nvSpPr>
        <p:spPr>
          <a:xfrm>
            <a:off x="11104451" y="6214535"/>
            <a:ext cx="605266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B7E4EF-A1BD-40F4-AB7B-04F084DD991D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623DC60-EE1A-4367-A357-5F11D94225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659438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95E6F1-8633-46DB-A612-89A5079F7EF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72625" y="2108844"/>
            <a:ext cx="5103812" cy="37909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121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24342A2-B2E9-4AE9-9AFD-C5F77777E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86CEFC-AE66-4E11-8B5A-880177E12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6737" y="621793"/>
            <a:ext cx="6651809" cy="56144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DABDA3-AA10-4304-B3C8-D5B655DE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158" y="2100942"/>
            <a:ext cx="5716339" cy="2290607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B1E9D9-0DDD-4554-A021-4FE50439A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23061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Date Placeholder 17">
            <a:extLst>
              <a:ext uri="{FF2B5EF4-FFF2-40B4-BE49-F238E27FC236}">
                <a16:creationId xmlns:a16="http://schemas.microsoft.com/office/drawing/2014/main" id="{3B5075EC-8E09-4BB4-8C8F-6177ECD95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5941" y="493108"/>
            <a:ext cx="1554480" cy="52721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algn="ctr" defTabSz="914400">
              <a:defRPr/>
            </a:pPr>
            <a:r>
              <a:rPr lang="en-US" sz="1300"/>
              <a:t>20XX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A8819A-9552-4858-92F8-FB441C3A45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78157" y="4698173"/>
            <a:ext cx="5716339" cy="658674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7432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Footer Placeholder 18">
            <a:extLst>
              <a:ext uri="{FF2B5EF4-FFF2-40B4-BE49-F238E27FC236}">
                <a16:creationId xmlns:a16="http://schemas.microsoft.com/office/drawing/2014/main" id="{D2BAF328-75D1-490D-BF37-96EE6C0843E2}"/>
              </a:ext>
            </a:extLst>
          </p:cNvPr>
          <p:cNvSpPr txBox="1">
            <a:spLocks/>
          </p:cNvSpPr>
          <p:nvPr userDrawn="1"/>
        </p:nvSpPr>
        <p:spPr>
          <a:xfrm>
            <a:off x="1243632" y="5641118"/>
            <a:ext cx="5068569" cy="3108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defRPr/>
            </a:pPr>
            <a:r>
              <a:rPr lang="en-US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7D11998-188A-4F5B-9931-8BA54D2802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19974" y="621784"/>
            <a:ext cx="1989495" cy="2843222"/>
          </a:xfrm>
        </p:spPr>
        <p:txBody>
          <a:bodyPr/>
          <a:lstStyle/>
          <a:p>
            <a:endParaRPr lang="en-US"/>
          </a:p>
        </p:txBody>
      </p:sp>
      <p:sp>
        <p:nvSpPr>
          <p:cNvPr id="37" name="Picture Placeholder 21">
            <a:extLst>
              <a:ext uri="{FF2B5EF4-FFF2-40B4-BE49-F238E27FC236}">
                <a16:creationId xmlns:a16="http://schemas.microsoft.com/office/drawing/2014/main" id="{F268C43A-0DA4-4ECC-A368-08AB69EDAE7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70334" y="627380"/>
            <a:ext cx="1980056" cy="283762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60F109E5-BC65-4431-A2E5-4A145EC7B3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32093" y="3636193"/>
            <a:ext cx="4123320" cy="2594427"/>
          </a:xfrm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7F02ED2-9B1A-40C8-A5F7-4473CAA3C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137361" y="446823"/>
            <a:ext cx="1691640" cy="645295"/>
            <a:chOff x="3137361" y="446823"/>
            <a:chExt cx="1691640" cy="645295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8AC6A1-19DE-4EAE-91E5-A9E82CEA3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3137361" y="446823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9AC828E-AA99-4E2C-A30C-D8B9DFF16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4829001" y="446823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62D63C1-826F-42FC-9EC1-0320620BB1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3137361" y="1092118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Slide Number Placeholder 21">
            <a:extLst>
              <a:ext uri="{FF2B5EF4-FFF2-40B4-BE49-F238E27FC236}">
                <a16:creationId xmlns:a16="http://schemas.microsoft.com/office/drawing/2014/main" id="{5A2A2B37-48E8-4C00-91B4-63F0C7AAE23F}"/>
              </a:ext>
            </a:extLst>
          </p:cNvPr>
          <p:cNvSpPr txBox="1">
            <a:spLocks/>
          </p:cNvSpPr>
          <p:nvPr userDrawn="1"/>
        </p:nvSpPr>
        <p:spPr>
          <a:xfrm>
            <a:off x="9443794" y="6392314"/>
            <a:ext cx="2111881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70B1FE82-5036-4003-B709-0840DA750BBE}" type="slidenum">
              <a:rPr lang="en-US" smtClean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pPr defTabSz="914400">
                <a:defRPr/>
              </a:pPr>
              <a:t>‹#›</a:t>
            </a:fld>
            <a:endParaRPr lang="en-US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1261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D0543DF-8CFA-4CBD-AF23-D059985D34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37329 w 12192000"/>
              <a:gd name="connsiteY0" fmla="*/ 941695 h 6858000"/>
              <a:gd name="connsiteX1" fmla="*/ 937329 w 12192000"/>
              <a:gd name="connsiteY1" fmla="*/ 5916305 h 6858000"/>
              <a:gd name="connsiteX2" fmla="*/ 6389856 w 12192000"/>
              <a:gd name="connsiteY2" fmla="*/ 5916305 h 6858000"/>
              <a:gd name="connsiteX3" fmla="*/ 6389856 w 12192000"/>
              <a:gd name="connsiteY3" fmla="*/ 94169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937329" y="941695"/>
                </a:moveTo>
                <a:lnTo>
                  <a:pt x="937329" y="5916305"/>
                </a:lnTo>
                <a:lnTo>
                  <a:pt x="6389856" y="5916305"/>
                </a:lnTo>
                <a:lnTo>
                  <a:pt x="6389856" y="94169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1A2AD8-D5EA-48FD-B19E-788E4D978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7329" y="941695"/>
            <a:ext cx="5452527" cy="49746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82D9D6-0C91-4BAA-B631-B4A597F6D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3272" y="1106424"/>
            <a:ext cx="5120640" cy="464515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6F410-6A1D-427A-8C06-A0023004F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950" y="2197853"/>
            <a:ext cx="4633415" cy="85121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5" name="Date Placeholder 7">
            <a:extLst>
              <a:ext uri="{FF2B5EF4-FFF2-40B4-BE49-F238E27FC236}">
                <a16:creationId xmlns:a16="http://schemas.microsoft.com/office/drawing/2014/main" id="{53A572F0-78E4-4979-BD85-E9F315B0C6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91992" y="1162386"/>
            <a:ext cx="2743200" cy="25603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/>
              <a:t>20XX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6F1164-CE64-4728-83B0-E5316C16DF2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57313" y="3308350"/>
            <a:ext cx="4633912" cy="2141632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  <a:lvl2pPr marL="274320" indent="0" algn="ctr">
              <a:buNone/>
              <a:defRPr baseline="0">
                <a:solidFill>
                  <a:schemeClr val="bg1"/>
                </a:solidFill>
              </a:defRPr>
            </a:lvl2pPr>
            <a:lvl3pPr marL="548640" indent="0">
              <a:buNone/>
              <a:defRPr>
                <a:solidFill>
                  <a:schemeClr val="bg1"/>
                </a:solidFill>
              </a:defRPr>
            </a:lvl3pPr>
            <a:lvl4pPr marL="822960" indent="0">
              <a:buNone/>
              <a:defRPr>
                <a:solidFill>
                  <a:schemeClr val="bg1"/>
                </a:solidFill>
              </a:defRPr>
            </a:lvl4pPr>
            <a:lvl5pPr marL="10972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27" name="Footer Placeholder 8">
            <a:extLst>
              <a:ext uri="{FF2B5EF4-FFF2-40B4-BE49-F238E27FC236}">
                <a16:creationId xmlns:a16="http://schemas.microsoft.com/office/drawing/2014/main" id="{DEA4EBDD-4088-4396-BD3F-3AB4BEFB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57950" y="5472763"/>
            <a:ext cx="4636008" cy="256032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848941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04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649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3053588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3053588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9206" y="2074334"/>
            <a:ext cx="3053588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9206" y="2792471"/>
            <a:ext cx="3053588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6D68D58-C9C7-41A5-9F66-57C5771B39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8564" y="2073651"/>
            <a:ext cx="3053588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F3692324-6EEB-4C0A-BF90-7A27FBF6D7B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8564" y="2791788"/>
            <a:ext cx="3053588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62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37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77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94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332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91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71" r:id="rId2"/>
    <p:sldLayoutId id="2147483660" r:id="rId3"/>
    <p:sldLayoutId id="2147483676" r:id="rId4"/>
    <p:sldLayoutId id="2147483673" r:id="rId5"/>
    <p:sldLayoutId id="2147483677" r:id="rId6"/>
    <p:sldLayoutId id="2147483672" r:id="rId7"/>
    <p:sldLayoutId id="2147483675" r:id="rId8"/>
    <p:sldLayoutId id="2147483678" r:id="rId9"/>
    <p:sldLayoutId id="2147483662" r:id="rId10"/>
    <p:sldLayoutId id="2147483663" r:id="rId11"/>
    <p:sldLayoutId id="2147483670" r:id="rId12"/>
    <p:sldLayoutId id="2147483664" r:id="rId13"/>
    <p:sldLayoutId id="2147483665" r:id="rId14"/>
    <p:sldLayoutId id="2147483666" r:id="rId15"/>
    <p:sldLayoutId id="2147483667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tint val="95000"/>
              </a:schemeClr>
              <a:schemeClr val="bg1">
                <a:shade val="92000"/>
                <a:satMod val="115000"/>
              </a:schemeClr>
            </a:duotone>
          </a:blip>
          <a:tile tx="0" ty="0" sx="60000" sy="6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66F8A2C-B8CF-4B20-9A73-2ADCF6302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DD78E9-DE0D-47AF-A0DB-F475221E3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118D329-2010-4A15-B57C-429FFAE35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1606" y="1213057"/>
            <a:ext cx="8859531" cy="4369267"/>
          </a:xfrm>
        </p:spPr>
        <p:txBody>
          <a:bodyPr anchor="ctr">
            <a:normAutofit/>
          </a:bodyPr>
          <a:lstStyle/>
          <a:p>
            <a:pPr algn="l"/>
            <a:r>
              <a:rPr lang="en-US" sz="280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Pharmacy Management System</a:t>
            </a:r>
            <a:endParaRPr lang="en-US" sz="2800">
              <a:solidFill>
                <a:schemeClr val="tx1"/>
              </a:solidFill>
              <a:latin typeface="Consolas"/>
            </a:endParaRPr>
          </a:p>
          <a:p>
            <a:pPr algn="l"/>
            <a:r>
              <a:rPr lang="en-US" sz="280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Database Development with PL/SQL </a:t>
            </a:r>
          </a:p>
          <a:p>
            <a:pPr algn="l"/>
            <a:r>
              <a:rPr lang="en-US" sz="280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 Lecturer: Eric </a:t>
            </a:r>
            <a:r>
              <a:rPr lang="en-US" sz="2800" err="1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Maniraguha</a:t>
            </a:r>
            <a:endParaRPr lang="en-US" sz="2800">
              <a:solidFill>
                <a:schemeClr val="tx1"/>
              </a:solidFill>
              <a:latin typeface="Consolas"/>
              <a:ea typeface="Calibri"/>
              <a:cs typeface="Calibri"/>
            </a:endParaRPr>
          </a:p>
          <a:p>
            <a:pPr algn="l"/>
            <a:r>
              <a:rPr lang="en-US" sz="280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 Academic Year: 2025-2026</a:t>
            </a:r>
          </a:p>
          <a:p>
            <a:pPr algn="l"/>
            <a:endParaRPr lang="en-US" sz="2800">
              <a:solidFill>
                <a:schemeClr val="tx1"/>
              </a:solidFill>
              <a:latin typeface="Consolas"/>
              <a:ea typeface="Calibri"/>
              <a:cs typeface="Calibri"/>
            </a:endParaRPr>
          </a:p>
          <a:p>
            <a:pPr algn="l"/>
            <a:endParaRPr lang="en-US" sz="2800">
              <a:solidFill>
                <a:schemeClr val="tx1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2246" y="1215934"/>
            <a:ext cx="2924859" cy="43124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2000" err="1">
                <a:latin typeface="Consolas"/>
                <a:ea typeface="Calibri"/>
                <a:cs typeface="Calibri"/>
              </a:rPr>
              <a:t>Uwitonze</a:t>
            </a:r>
            <a:r>
              <a:rPr lang="en-US" sz="2000">
                <a:latin typeface="Consolas"/>
                <a:ea typeface="Calibri"/>
                <a:cs typeface="Calibri"/>
              </a:rPr>
              <a:t> Pacific | Student ID: 26983</a:t>
            </a:r>
            <a:endParaRPr lang="en-US" sz="2000">
              <a:latin typeface="Consolas"/>
            </a:endParaRPr>
          </a:p>
          <a:p>
            <a:pPr algn="l">
              <a:spcAft>
                <a:spcPts val="600"/>
              </a:spcAft>
            </a:pPr>
            <a:endParaRPr lang="en-US" sz="2000">
              <a:latin typeface="Consola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94262BC-EE98-4BD6-82DB-4955E8DCC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2" y="2057401"/>
            <a:ext cx="0" cy="27432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Placeholder 10" descr="A green cross sign on a building&#10;&#10;AI-generated content may be incorrect.">
            <a:extLst>
              <a:ext uri="{FF2B5EF4-FFF2-40B4-BE49-F238E27FC236}">
                <a16:creationId xmlns:a16="http://schemas.microsoft.com/office/drawing/2014/main" id="{4D446641-3AA1-4C43-9E6B-09347E88B2F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t="9956" b="5458"/>
          <a:stretch>
            <a:fillRect/>
          </a:stretch>
        </p:blipFill>
        <p:spPr>
          <a:xfrm>
            <a:off x="20" y="-1"/>
            <a:ext cx="12191980" cy="6857999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8C802F-C74D-41A2-8127-19D4F8EE4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43" y="727626"/>
            <a:ext cx="4602152" cy="17182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>
                <a:solidFill>
                  <a:schemeClr val="tx1">
                    <a:lumMod val="85000"/>
                    <a:lumOff val="15000"/>
                  </a:schemeClr>
                </a:solidFill>
              </a:rPr>
              <a:t>Introduction</a:t>
            </a:r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E4A54726-4483-4264-B2EC-04C460B0BD9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74043" y="2538920"/>
            <a:ext cx="4602152" cy="34800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182880">
              <a:lnSpc>
                <a:spcPct val="90000"/>
              </a:lnSpc>
              <a:buFont typeface="Wingdings" pitchFamily="18" charset="0"/>
              <a:buChar char="ü"/>
            </a:pPr>
            <a:endParaRPr lang="en-US" sz="1100">
              <a:solidFill>
                <a:schemeClr val="tx1"/>
              </a:solidFill>
            </a:endParaRPr>
          </a:p>
          <a:p>
            <a:pPr indent="-182880">
              <a:lnSpc>
                <a:spcPct val="90000"/>
              </a:lnSpc>
              <a:buFont typeface="Wingdings" pitchFamily="18" charset="0"/>
              <a:buChar char="ü"/>
            </a:pPr>
            <a:r>
              <a:rPr lang="en-US" sz="1100">
                <a:solidFill>
                  <a:schemeClr val="tx1"/>
                </a:solidFill>
              </a:rPr>
              <a:t>Modern pharmacies face increasing challenges due to manual processes that often result in prescription errors, inventory mismatches, delayed patient services, and data inconsistencies.</a:t>
            </a:r>
          </a:p>
          <a:p>
            <a:pPr indent="-182880">
              <a:lnSpc>
                <a:spcPct val="90000"/>
              </a:lnSpc>
              <a:buFont typeface="Wingdings" pitchFamily="18" charset="0"/>
              <a:buChar char="ü"/>
            </a:pPr>
            <a:endParaRPr lang="en-US" sz="1100">
              <a:solidFill>
                <a:schemeClr val="tx1"/>
              </a:solidFill>
            </a:endParaRPr>
          </a:p>
          <a:p>
            <a:pPr indent="-182880">
              <a:lnSpc>
                <a:spcPct val="90000"/>
              </a:lnSpc>
              <a:buFont typeface="Wingdings" pitchFamily="18" charset="0"/>
              <a:buChar char="ü"/>
            </a:pPr>
            <a:r>
              <a:rPr lang="en-US" sz="1100">
                <a:solidFill>
                  <a:schemeClr val="tx1"/>
                </a:solidFill>
              </a:rPr>
              <a:t>This project introduces a Pharmacy Management System built using Oracle Database and PL/SQL programming. The system provides:</a:t>
            </a:r>
          </a:p>
          <a:p>
            <a:pPr indent="-182880">
              <a:lnSpc>
                <a:spcPct val="90000"/>
              </a:lnSpc>
              <a:buFont typeface="Wingdings" pitchFamily="18" charset="0"/>
              <a:buChar char="ü"/>
            </a:pPr>
            <a:endParaRPr lang="en-US" sz="1100">
              <a:solidFill>
                <a:schemeClr val="tx1"/>
              </a:solidFill>
            </a:endParaRPr>
          </a:p>
          <a:p>
            <a:pPr indent="-182880">
              <a:lnSpc>
                <a:spcPct val="90000"/>
              </a:lnSpc>
              <a:buFont typeface="Wingdings" pitchFamily="18" charset="0"/>
              <a:buChar char="ü"/>
            </a:pPr>
            <a:r>
              <a:rPr lang="en-US" sz="1100">
                <a:solidFill>
                  <a:schemeClr val="tx1"/>
                </a:solidFill>
              </a:rPr>
              <a:t> Automation of prescription workflows</a:t>
            </a:r>
          </a:p>
          <a:p>
            <a:pPr indent="-182880">
              <a:lnSpc>
                <a:spcPct val="90000"/>
              </a:lnSpc>
              <a:buFont typeface="Wingdings" pitchFamily="18" charset="0"/>
              <a:buChar char="ü"/>
            </a:pPr>
            <a:r>
              <a:rPr lang="en-US" sz="1100">
                <a:solidFill>
                  <a:schemeClr val="tx1"/>
                </a:solidFill>
              </a:rPr>
              <a:t> Real-time inventory tracking</a:t>
            </a:r>
          </a:p>
          <a:p>
            <a:pPr indent="-182880">
              <a:lnSpc>
                <a:spcPct val="90000"/>
              </a:lnSpc>
              <a:buFont typeface="Wingdings" pitchFamily="18" charset="0"/>
              <a:buChar char="ü"/>
            </a:pPr>
            <a:r>
              <a:rPr lang="en-US" sz="1100">
                <a:solidFill>
                  <a:schemeClr val="tx1"/>
                </a:solidFill>
              </a:rPr>
              <a:t>-Secure data management for prescriptions, inventory, and payments</a:t>
            </a:r>
          </a:p>
          <a:p>
            <a:pPr indent="-182880">
              <a:lnSpc>
                <a:spcPct val="90000"/>
              </a:lnSpc>
              <a:buClr>
                <a:srgbClr val="262626"/>
              </a:buClr>
              <a:buFont typeface="Wingdings" pitchFamily="18" charset="0"/>
              <a:buChar char="ü"/>
            </a:pPr>
            <a:r>
              <a:rPr lang="en-US" sz="1100">
                <a:solidFill>
                  <a:schemeClr val="tx1"/>
                </a:solidFill>
              </a:rPr>
              <a:t>-Enhanced service delivery and operational efficiency</a:t>
            </a:r>
          </a:p>
          <a:p>
            <a:pPr indent="-182880">
              <a:lnSpc>
                <a:spcPct val="90000"/>
              </a:lnSpc>
              <a:buFont typeface="Wingdings" pitchFamily="18" charset="0"/>
              <a:buChar char="ü"/>
            </a:pPr>
            <a:endParaRPr lang="en-US" sz="1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594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76CDE-8259-5F84-4A7C-17C9780FA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07E4E54E-4502-00A8-EBE6-5B4DEB5B3CB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t="12485" r="9091" b="21532"/>
          <a:stretch>
            <a:fillRect/>
          </a:stretch>
        </p:blipFill>
        <p:spPr>
          <a:xfrm>
            <a:off x="20" y="-1"/>
            <a:ext cx="12191980" cy="6857999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B3649-860C-A331-C32B-396C0E1C0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43" y="727626"/>
            <a:ext cx="4602152" cy="17182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>
                <a:solidFill>
                  <a:schemeClr val="tx1">
                    <a:lumMod val="85000"/>
                    <a:lumOff val="15000"/>
                  </a:schemeClr>
                </a:solidFill>
              </a:rPr>
              <a:t>Problem Statement</a:t>
            </a:r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CE941BD3-E91B-9335-6728-4CB92E19661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74043" y="2538920"/>
            <a:ext cx="4602152" cy="3480066"/>
          </a:xfrm>
        </p:spPr>
        <p:txBody>
          <a:bodyPr vert="horz" lIns="91440" tIns="45720" rIns="91440" bIns="45720" rtlCol="0">
            <a:normAutofit/>
          </a:bodyPr>
          <a:lstStyle/>
          <a:p>
            <a:pPr marL="571500"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Manual prescriptions lead to errors</a:t>
            </a:r>
          </a:p>
          <a:p>
            <a:pPr marL="571500"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 Outdated inventory tracking</a:t>
            </a:r>
          </a:p>
          <a:p>
            <a:pPr marL="571500"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Slow service delivery</a:t>
            </a:r>
          </a:p>
          <a:p>
            <a:pPr marL="571500"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Unstructured patient records</a:t>
            </a:r>
          </a:p>
          <a:p>
            <a:pPr marL="285750" indent="-182880">
              <a:buFont typeface="Garamond" pitchFamily="18" charset="0"/>
              <a:buChar char="◦"/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852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35CE18-AAC0-4307-FF02-FD94282A4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4B7AC44-1B7B-4F09-9AA4-3DFDEC575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683E473-94FF-4ACE-9433-1F14799E8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6EE7E08-B389-43E5-B019-1B0A8ACBB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Placeholder 10" descr="A puzzle with a word on it&#10;&#10;AI-generated content may be incorrect.">
            <a:extLst>
              <a:ext uri="{FF2B5EF4-FFF2-40B4-BE49-F238E27FC236}">
                <a16:creationId xmlns:a16="http://schemas.microsoft.com/office/drawing/2014/main" id="{E87AE04F-8851-23B3-C138-38CF15C5E5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tretch/>
        </p:blipFill>
        <p:spPr>
          <a:xfrm>
            <a:off x="727654" y="1552891"/>
            <a:ext cx="5367165" cy="3765026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E60D94A5-8A09-4BAB-8F7C-69BC34C54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21267" y="255102"/>
            <a:ext cx="5342133" cy="6361598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A1AE32B-3A6E-4C5E-8FEB-73861B9A2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9100" y="393365"/>
            <a:ext cx="5018211" cy="603554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682BBD-B6D2-B99D-3A91-65161441A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4082" y="642594"/>
            <a:ext cx="4472921" cy="16439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>
                <a:solidFill>
                  <a:schemeClr val="tx1">
                    <a:lumMod val="85000"/>
                    <a:lumOff val="15000"/>
                  </a:schemeClr>
                </a:solidFill>
              </a:rPr>
              <a:t>Proposed Solution</a:t>
            </a:r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9257F473-CD27-64A1-D371-07BD0B329F7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064082" y="2385390"/>
            <a:ext cx="4472922" cy="3649649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Automated prescription processing</a:t>
            </a:r>
          </a:p>
          <a:p>
            <a:pPr marL="457200"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 Real-time inventory management</a:t>
            </a:r>
          </a:p>
          <a:p>
            <a:pPr marL="457200"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 Patient data management</a:t>
            </a:r>
          </a:p>
          <a:p>
            <a:pPr marL="457200"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 Analytics &amp; reporting</a:t>
            </a:r>
          </a:p>
          <a:p>
            <a:pPr marL="571500" indent="-182880">
              <a:buFont typeface="Garamond" pitchFamily="18" charset="0"/>
              <a:buChar char="◦"/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017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F2D124-58F0-70EA-A66F-973A56ACC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4B7AC44-1B7B-4F09-9AA4-3DFDEC575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683E473-94FF-4ACE-9433-1F14799E8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C5DDD6-CE5B-5487-E43C-2EA7091E2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Business Process Overview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</p:sp>
      <p:pic>
        <p:nvPicPr>
          <p:cNvPr id="11" name="Picture Placeholder 10" descr="A diagram of a patient record&#10;&#10;AI-generated content may be incorrect.">
            <a:extLst>
              <a:ext uri="{FF2B5EF4-FFF2-40B4-BE49-F238E27FC236}">
                <a16:creationId xmlns:a16="http://schemas.microsoft.com/office/drawing/2014/main" id="{669269A6-92A3-B952-D350-62397533AEE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tretch/>
        </p:blipFill>
        <p:spPr>
          <a:xfrm>
            <a:off x="1917583" y="1206900"/>
            <a:ext cx="2989784" cy="4462365"/>
          </a:xfrm>
          <a:prstGeom prst="rect">
            <a:avLst/>
          </a:prstGeom>
        </p:spPr>
      </p:pic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A5CD5889-1D2F-B21C-F9EE-2D4B087C415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579450" y="2538919"/>
            <a:ext cx="4957554" cy="3496120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Actors: Doctor, Patient, Pharmacist, System</a:t>
            </a:r>
          </a:p>
          <a:p>
            <a:pPr marL="457200"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Prescription → Validation → Stock Check</a:t>
            </a:r>
          </a:p>
          <a:p>
            <a:pPr marL="457200"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 Dispensing → Billing → Inventory Update</a:t>
            </a:r>
          </a:p>
          <a:p>
            <a:pPr marL="457200" indent="-182880">
              <a:buFont typeface="Garamond" pitchFamily="18" charset="0"/>
              <a:buChar char="◦"/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21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A22D65-3334-9DBA-BA61-99606BB52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4B7AC44-1B7B-4F09-9AA4-3DFDEC575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683E473-94FF-4ACE-9433-1F14799E8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ADAA65-D24C-C5E3-E1BC-48ED5F810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Logical Database Design</a:t>
            </a:r>
          </a:p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</p:sp>
      <p:pic>
        <p:nvPicPr>
          <p:cNvPr id="11" name="Picture Placeholder 10" descr="A diagram of a medical prescription&#10;&#10;AI-generated content may be incorrect.">
            <a:extLst>
              <a:ext uri="{FF2B5EF4-FFF2-40B4-BE49-F238E27FC236}">
                <a16:creationId xmlns:a16="http://schemas.microsoft.com/office/drawing/2014/main" id="{5CED91D4-CA03-6D2F-59A3-F8803337456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tretch/>
        </p:blipFill>
        <p:spPr>
          <a:xfrm>
            <a:off x="1828335" y="1206900"/>
            <a:ext cx="3168279" cy="4462365"/>
          </a:xfrm>
          <a:prstGeom prst="rect">
            <a:avLst/>
          </a:prstGeom>
        </p:spPr>
      </p:pic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84EC885A-6F5D-744D-CD77-9F55C1BFE0F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579450" y="2538919"/>
            <a:ext cx="4957554" cy="3496120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9 main entities: Doctor, Patient, Medicine,</a:t>
            </a:r>
          </a:p>
          <a:p>
            <a:pPr marL="457200"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Prescription, Prescription_Items,Pharmacist,</a:t>
            </a:r>
          </a:p>
          <a:p>
            <a:pPr marL="457200"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Dispensed_Medicines, Payment,Inventory_Log</a:t>
            </a:r>
          </a:p>
          <a:p>
            <a:pPr marL="457200"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Fully normalized (3NF)</a:t>
            </a:r>
          </a:p>
          <a:p>
            <a:pPr marL="457200"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ERD implemented with relationships</a:t>
            </a:r>
          </a:p>
          <a:p>
            <a:pPr marL="342900" indent="-182880">
              <a:buFont typeface="Garamond" pitchFamily="18" charset="0"/>
              <a:buChar char="◦"/>
            </a:pPr>
            <a:endParaRPr lang="en-US">
              <a:solidFill>
                <a:schemeClr val="tx1"/>
              </a:solidFill>
            </a:endParaRPr>
          </a:p>
          <a:p>
            <a:pPr marL="457200" indent="-182880">
              <a:buFont typeface="Garamond" pitchFamily="18" charset="0"/>
              <a:buChar char="◦"/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351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CBCD26A-BD2E-4E94-A8F8-A4B67923F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D0D337F-FB00-4E19-BBDA-8485C8ABB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9709" y="253548"/>
            <a:ext cx="5612193" cy="6361598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7542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1BB6B60-9DA3-430C-B84C-A52FFE5B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6137" y="804073"/>
            <a:ext cx="4602152" cy="13454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400">
                <a:solidFill>
                  <a:schemeClr val="tx1">
                    <a:lumMod val="85000"/>
                    <a:lumOff val="15000"/>
                  </a:schemeClr>
                </a:solidFill>
              </a:rPr>
              <a:t>DatabaseImplementation</a:t>
            </a:r>
          </a:p>
          <a:p>
            <a:pPr algn="l"/>
            <a:endParaRPr lang="en-US" sz="3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7" name="Picture Placeholder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6E703F-0B68-4D4A-9EDA-D51A3BF6BA6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r="30219"/>
          <a:stretch>
            <a:fillRect/>
          </a:stretch>
        </p:blipFill>
        <p:spPr>
          <a:xfrm>
            <a:off x="920132" y="619331"/>
            <a:ext cx="4507663" cy="2729236"/>
          </a:xfrm>
          <a:prstGeom prst="rect">
            <a:avLst/>
          </a:prstGeom>
        </p:spPr>
      </p:pic>
      <p:pic>
        <p:nvPicPr>
          <p:cNvPr id="21" name="Picture Placeholder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8D552F-456C-4D1F-A816-78EB8682695E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/>
          <a:srcRect l="10567" r="10568" b="1"/>
          <a:stretch>
            <a:fillRect/>
          </a:stretch>
        </p:blipFill>
        <p:spPr>
          <a:xfrm>
            <a:off x="884959" y="3509433"/>
            <a:ext cx="4578009" cy="2771795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99EE03-8C56-4610-97B8-669F47CC46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46137" y="2303563"/>
            <a:ext cx="4602152" cy="3715424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182880" algn="l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9 main entities: Doctor, Patient, Medicine,</a:t>
            </a:r>
          </a:p>
          <a:p>
            <a:pPr marL="457200" indent="-182880" algn="l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Prescription, Prescription_Items, Pharmacist,</a:t>
            </a:r>
          </a:p>
          <a:p>
            <a:pPr marL="457200" indent="-182880" algn="l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Dispensed_Medicines, Payment, Inventory_Log</a:t>
            </a:r>
          </a:p>
          <a:p>
            <a:pPr marL="457200" indent="-182880" algn="l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Fully normalized (3NF)</a:t>
            </a:r>
          </a:p>
          <a:p>
            <a:pPr marL="457200" indent="-182880" algn="l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 ERD implemented with relationships</a:t>
            </a:r>
          </a:p>
          <a:p>
            <a:pPr marL="342900" indent="-182880" algn="l">
              <a:buFont typeface="Garamond" pitchFamily="18" charset="0"/>
              <a:buChar char="◦"/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269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F1B21-5789-1F32-1FB6-8B11D903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CBCD26A-BD2E-4E94-A8F8-A4B67923F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D0D337F-FB00-4E19-BBDA-8485C8ABB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9709" y="253548"/>
            <a:ext cx="5612193" cy="6361598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7542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D5C725D-215D-59E4-19D9-2ED4C3A1C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6137" y="804073"/>
            <a:ext cx="4602152" cy="13454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>
                <a:solidFill>
                  <a:schemeClr val="tx1">
                    <a:lumMod val="85000"/>
                    <a:lumOff val="15000"/>
                  </a:schemeClr>
                </a:solidFill>
              </a:rPr>
              <a:t>PL/SQL Development</a:t>
            </a:r>
          </a:p>
          <a:p>
            <a:pPr algn="l"/>
            <a:endParaRPr lang="en-US" sz="4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6732B2B8-F8A1-B30A-68CA-53FFB1742C5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8235" r="8235"/>
          <a:stretch>
            <a:fillRect/>
          </a:stretch>
        </p:blipFill>
        <p:spPr>
          <a:xfrm>
            <a:off x="916804" y="619331"/>
            <a:ext cx="4514320" cy="2729236"/>
          </a:xfrm>
          <a:prstGeom prst="rect">
            <a:avLst/>
          </a:prstGeom>
        </p:spPr>
      </p:pic>
      <p:pic>
        <p:nvPicPr>
          <p:cNvPr id="21" name="Picture Placeholder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E1C86B-37F2-EDBB-DAD3-C70CAA0C5E9E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/>
          <a:srcRect l="6427" r="6427"/>
          <a:stretch>
            <a:fillRect/>
          </a:stretch>
        </p:blipFill>
        <p:spPr>
          <a:xfrm>
            <a:off x="884383" y="3509433"/>
            <a:ext cx="4579162" cy="2771795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83A1BD-6BBD-EE64-1C9C-1C3DEA76D3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46137" y="2303563"/>
            <a:ext cx="4602152" cy="3715424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182880" algn="l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Procedures:process_prescription, inventoryreport</a:t>
            </a:r>
          </a:p>
          <a:p>
            <a:pPr marL="285750" indent="-182880" algn="l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 Functions: calculate totals,patient history</a:t>
            </a:r>
          </a:p>
          <a:p>
            <a:pPr marL="285750" indent="-182880" algn="l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 Cursors for active prescriptions&amp; low stock</a:t>
            </a:r>
          </a:p>
          <a:p>
            <a:pPr marL="285750" indent="-182880" algn="l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Window functions:ROW_NUMBER, RANK, LAG, LEAD</a:t>
            </a:r>
          </a:p>
          <a:p>
            <a:pPr marL="285750" indent="-182880" algn="l">
              <a:buFont typeface="Garamond" pitchFamily="18" charset="0"/>
              <a:buChar char="◦"/>
            </a:pPr>
            <a:endParaRPr lang="en-US">
              <a:solidFill>
                <a:schemeClr val="tx1"/>
              </a:solidFill>
            </a:endParaRPr>
          </a:p>
          <a:p>
            <a:pPr marL="457200" indent="-182880" algn="l">
              <a:buFont typeface="Garamond" pitchFamily="18" charset="0"/>
              <a:buChar char="◦"/>
            </a:pPr>
            <a:endParaRPr lang="en-US">
              <a:solidFill>
                <a:schemeClr val="tx1"/>
              </a:solidFill>
            </a:endParaRPr>
          </a:p>
          <a:p>
            <a:pPr marL="457200" indent="-182880" algn="l">
              <a:buFont typeface="Garamond" pitchFamily="18" charset="0"/>
              <a:buChar char="◦"/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169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5FF6BC-B2A3-406A-4CEC-7EB859D19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4B7AC44-1B7B-4F09-9AA4-3DFDEC575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683E473-94FF-4ACE-9433-1F14799E8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7F1E22-7909-C4FB-5856-4C7411512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Security &amp; Auditing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</p:sp>
      <p:pic>
        <p:nvPicPr>
          <p:cNvPr id="11" name="Picture Placeholder 10" descr="A person holding a folder and a keyhole&#10;&#10;AI-generated content may be incorrect.">
            <a:extLst>
              <a:ext uri="{FF2B5EF4-FFF2-40B4-BE49-F238E27FC236}">
                <a16:creationId xmlns:a16="http://schemas.microsoft.com/office/drawing/2014/main" id="{FBA6D5B5-1365-0040-A05D-185FAF3EC02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26013" r="26013"/>
          <a:stretch>
            <a:fillRect/>
          </a:stretch>
        </p:blipFill>
        <p:spPr>
          <a:xfrm>
            <a:off x="1376768" y="1206900"/>
            <a:ext cx="4071414" cy="4462365"/>
          </a:xfrm>
          <a:prstGeom prst="rect">
            <a:avLst/>
          </a:prstGeom>
        </p:spPr>
      </p:pic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77ACF206-8B46-5B26-FC5C-DDFB8F24044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579450" y="2538919"/>
            <a:ext cx="4957554" cy="3496120"/>
          </a:xfrm>
        </p:spPr>
        <p:txBody>
          <a:bodyPr vert="horz" lIns="91440" tIns="45720" rIns="91440" bIns="45720" rtlCol="0">
            <a:normAutofit/>
          </a:bodyPr>
          <a:lstStyle/>
          <a:p>
            <a:pPr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Trigger: weekday/holiday restriction</a:t>
            </a:r>
          </a:p>
          <a:p>
            <a:pPr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 Audit logging: ALLOWED/DENIED actions</a:t>
            </a:r>
          </a:p>
          <a:p>
            <a:pPr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 Auto stock updates &amp; validation triggers</a:t>
            </a:r>
          </a:p>
          <a:p>
            <a:pPr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Holiday management system</a:t>
            </a:r>
          </a:p>
          <a:p>
            <a:pPr indent="-182880">
              <a:buFont typeface="Garamond" pitchFamily="18" charset="0"/>
              <a:buChar char="◦"/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223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CEAE81-B972-9407-F371-23EC5AF12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4B7AC44-1B7B-4F09-9AA4-3DFDEC575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683E473-94FF-4ACE-9433-1F14799E8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C998D2-A757-18CA-5AB7-3FAC869BC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Reporting &amp; BI Features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</p:sp>
      <p:pic>
        <p:nvPicPr>
          <p:cNvPr id="11" name="Picture Placeholder 10" descr="A tablet with colorful bars and pie charts&#10;&#10;AI-generated content may be incorrect.">
            <a:extLst>
              <a:ext uri="{FF2B5EF4-FFF2-40B4-BE49-F238E27FC236}">
                <a16:creationId xmlns:a16="http://schemas.microsoft.com/office/drawing/2014/main" id="{2D028698-FBFD-9009-CA10-1D252D4BC1D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tretch/>
        </p:blipFill>
        <p:spPr>
          <a:xfrm>
            <a:off x="1205256" y="1784799"/>
            <a:ext cx="4414438" cy="3306567"/>
          </a:xfrm>
          <a:prstGeom prst="rect">
            <a:avLst/>
          </a:prstGeom>
        </p:spPr>
      </p:pic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78E5BAF9-3B95-1969-FC40-BF7E5505E7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579450" y="2538919"/>
            <a:ext cx="4957554" cy="3496120"/>
          </a:xfrm>
        </p:spPr>
        <p:txBody>
          <a:bodyPr vert="horz" lIns="91440" tIns="45720" rIns="91440" bIns="45720" rtlCol="0">
            <a:normAutofit/>
          </a:bodyPr>
          <a:lstStyle/>
          <a:p>
            <a:pPr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Low stock alerts</a:t>
            </a:r>
          </a:p>
          <a:p>
            <a:pPr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 Daily revenue summary</a:t>
            </a:r>
          </a:p>
          <a:p>
            <a:pPr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 Sales by doctor</a:t>
            </a:r>
          </a:p>
          <a:p>
            <a:pPr indent="-182880">
              <a:buFont typeface="Garamond" pitchFamily="18" charset="0"/>
              <a:buChar char="◦"/>
            </a:pPr>
            <a:r>
              <a:rPr lang="en-US">
                <a:solidFill>
                  <a:schemeClr val="tx1"/>
                </a:solidFill>
              </a:rPr>
              <a:t>Inventory movement analysis</a:t>
            </a:r>
          </a:p>
          <a:p>
            <a:pPr indent="-182880">
              <a:buFont typeface="Garamond" pitchFamily="18" charset="0"/>
              <a:buChar char="◦"/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413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7B58A187-A4B1-42EB-A4C7-8635BA507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7F14E7F-3054-458C-ACF9-A8DA1757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3747C1C-97FC-4D70-A6C8-A01FBCF5A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5CDC370-AE44-4300-98BA-FE204E881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7B15501-CB9A-4642-80EE-2876EF039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AFF9525-325F-47B3-A63C-93C12253A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330C7DD7-02AC-4BF2-9004-DE691621C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4A306BA-F168-4DFA-A57A-F4A753B03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606" y="276008"/>
            <a:ext cx="7248041" cy="6305984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F9984A-22EC-4B7C-A60F-C631C4CD4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0209" y="438912"/>
            <a:ext cx="6920834" cy="5980176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B54BBB9-EC3F-40DE-A3C5-72ADF697A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311" y="1293152"/>
            <a:ext cx="5360631" cy="42716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3000"/>
              </a:lnSpc>
            </a:pPr>
            <a:r>
              <a:rPr lang="en-US" sz="6000" cap="all" spc="-10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CC00F2F-2F9A-4287-AE30-766758F16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9007" y="1127760"/>
            <a:ext cx="3305909" cy="45992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500" spc="80">
                <a:solidFill>
                  <a:schemeClr val="tx1"/>
                </a:solidFill>
              </a:rPr>
              <a:t>The Pharmacy Management System successfully automates key pharmaceutical operations, resulting in faster workflows and reduced manual errors. By integrating a fully PL/SQL-based backend, the system enhances accuracy in prescription processing and ensures reliable stock control through real-time inventory updates. Comprehensive auditing mechanisms strengthen data security and compliance, while analytical reports support informed decision-making for managers and pharmacists. Overall, the project demonstrates a robust, efficient, and modern solution for improving pharmacy service delivery. </a:t>
            </a:r>
          </a:p>
        </p:txBody>
      </p:sp>
    </p:spTree>
    <p:extLst>
      <p:ext uri="{BB962C8B-B14F-4D97-AF65-F5344CB8AC3E}">
        <p14:creationId xmlns:p14="http://schemas.microsoft.com/office/powerpoint/2010/main" val="31038668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FCF2BD5-DE13-4F89-A44B-1244AAFA74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4D4956A-58D5-480A-BCDA-53092DBAA2E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57085EF-B99E-49B5-8168-B93B76F18C94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_SavonVTI</Template>
  <Application>Microsoft Office PowerPoint</Application>
  <PresentationFormat>Widescreen</PresentationFormat>
  <Slides>11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SavonVTI</vt:lpstr>
      <vt:lpstr>Pharmacy Management System Database Development with PL/SQL   Lecturer: Eric Maniraguha  Academic Year: 2025-2026  </vt:lpstr>
      <vt:lpstr>Introduction</vt:lpstr>
      <vt:lpstr>Problem Statement</vt:lpstr>
      <vt:lpstr>Proposed Solution</vt:lpstr>
      <vt:lpstr>Business Process Overview</vt:lpstr>
      <vt:lpstr>Logical Database Design </vt:lpstr>
      <vt:lpstr>DatabaseImplementation </vt:lpstr>
      <vt:lpstr>PL/SQL Development </vt:lpstr>
      <vt:lpstr>Security &amp; Auditing</vt:lpstr>
      <vt:lpstr>Reporting &amp; BI Features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2025-12-07T10:57:28Z</dcterms:created>
  <dcterms:modified xsi:type="dcterms:W3CDTF">2025-12-07T13:34:23Z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